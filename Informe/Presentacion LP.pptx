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Oswald SemiBold"/>
      <p:regular r:id="rId18"/>
      <p:bold r:id="rId19"/>
    </p:embeddedFont>
    <p:embeddedFont>
      <p:font typeface="Oswald"/>
      <p:regular r:id="rId20"/>
      <p:bold r:id="rId21"/>
    </p:embeddedFont>
    <p:embeddedFont>
      <p:font typeface="Luckiest Guy"/>
      <p:regular r:id="rId22"/>
    </p:embeddedFont>
    <p:embeddedFont>
      <p:font typeface="Questrial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7.xml"/><Relationship Id="rId22" Type="http://schemas.openxmlformats.org/officeDocument/2006/relationships/font" Target="fonts/LuckiestGuy-regular.fntdata"/><Relationship Id="rId10" Type="http://schemas.openxmlformats.org/officeDocument/2006/relationships/slide" Target="slides/slide6.xml"/><Relationship Id="rId21" Type="http://schemas.openxmlformats.org/officeDocument/2006/relationships/font" Target="fonts/Oswald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Questrial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OswaldSemiBold-bold.fntdata"/><Relationship Id="rId6" Type="http://schemas.openxmlformats.org/officeDocument/2006/relationships/slide" Target="slides/slide2.xml"/><Relationship Id="rId18" Type="http://schemas.openxmlformats.org/officeDocument/2006/relationships/font" Target="fonts/OswaldSemiBold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ccbb3ec1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cccbb3ec10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ccbb3ec10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ccbb3ec1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ccbb3ec10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ccbb3ec1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ccbb3ec10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ccbb3ec10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ccbb3ec1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cccbb3ec10_0_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ccbb3ec10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cccbb3ec10_0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Slide">
  <p:cSld name="Blank-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-Slide">
  <p:cSld name="Cover-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3"/>
          <p:cNvGrpSpPr/>
          <p:nvPr/>
        </p:nvGrpSpPr>
        <p:grpSpPr>
          <a:xfrm>
            <a:off x="0" y="0"/>
            <a:ext cx="12192001" cy="6858001"/>
            <a:chOff x="0" y="0"/>
            <a:chExt cx="12192001" cy="6858001"/>
          </a:xfrm>
        </p:grpSpPr>
        <p:sp>
          <p:nvSpPr>
            <p:cNvPr id="14" name="Google Shape;14;p3"/>
            <p:cNvSpPr/>
            <p:nvPr/>
          </p:nvSpPr>
          <p:spPr>
            <a:xfrm rot="10800000">
              <a:off x="0" y="0"/>
              <a:ext cx="4124976" cy="3607791"/>
            </a:xfrm>
            <a:custGeom>
              <a:rect b="b" l="l" r="r" t="t"/>
              <a:pathLst>
                <a:path extrusionOk="0" h="3607791" w="4124976">
                  <a:moveTo>
                    <a:pt x="3792004" y="3607791"/>
                  </a:moveTo>
                  <a:lnTo>
                    <a:pt x="3778283" y="3607791"/>
                  </a:lnTo>
                  <a:lnTo>
                    <a:pt x="3891552" y="3180520"/>
                  </a:lnTo>
                  <a:cubicBezTo>
                    <a:pt x="3868309" y="3177065"/>
                    <a:pt x="3848207" y="3171831"/>
                    <a:pt x="3828000" y="3171411"/>
                  </a:cubicBezTo>
                  <a:cubicBezTo>
                    <a:pt x="3730315" y="3169108"/>
                    <a:pt x="3632632" y="3168480"/>
                    <a:pt x="3535052" y="3166490"/>
                  </a:cubicBezTo>
                  <a:cubicBezTo>
                    <a:pt x="3399153" y="3163664"/>
                    <a:pt x="3263359" y="3160418"/>
                    <a:pt x="3127459" y="3156335"/>
                  </a:cubicBezTo>
                  <a:cubicBezTo>
                    <a:pt x="3096469" y="3155392"/>
                    <a:pt x="3065688" y="3150367"/>
                    <a:pt x="3029985" y="3146703"/>
                  </a:cubicBezTo>
                  <a:cubicBezTo>
                    <a:pt x="3116885" y="2890505"/>
                    <a:pt x="3203157" y="2636401"/>
                    <a:pt x="3292046" y="2374235"/>
                  </a:cubicBezTo>
                  <a:cubicBezTo>
                    <a:pt x="3019411" y="2422606"/>
                    <a:pt x="2755255" y="2469511"/>
                    <a:pt x="2487540" y="2517044"/>
                  </a:cubicBezTo>
                  <a:cubicBezTo>
                    <a:pt x="2463564" y="2122644"/>
                    <a:pt x="2439798" y="1732431"/>
                    <a:pt x="2416031" y="1342114"/>
                  </a:cubicBezTo>
                  <a:cubicBezTo>
                    <a:pt x="2371639" y="1345360"/>
                    <a:pt x="1968025" y="1493090"/>
                    <a:pt x="1688269" y="1601453"/>
                  </a:cubicBezTo>
                  <a:cubicBezTo>
                    <a:pt x="1448404" y="1694426"/>
                    <a:pt x="1206026" y="1780802"/>
                    <a:pt x="960717" y="1871576"/>
                  </a:cubicBezTo>
                  <a:cubicBezTo>
                    <a:pt x="640966" y="1294267"/>
                    <a:pt x="322054" y="718948"/>
                    <a:pt x="0" y="138079"/>
                  </a:cubicBezTo>
                  <a:cubicBezTo>
                    <a:pt x="54862" y="125933"/>
                    <a:pt x="106060" y="112218"/>
                    <a:pt x="158095" y="103423"/>
                  </a:cubicBezTo>
                  <a:cubicBezTo>
                    <a:pt x="266040" y="85310"/>
                    <a:pt x="374298" y="68244"/>
                    <a:pt x="482766" y="53691"/>
                  </a:cubicBezTo>
                  <a:cubicBezTo>
                    <a:pt x="560348" y="43326"/>
                    <a:pt x="638454" y="35369"/>
                    <a:pt x="716559" y="30762"/>
                  </a:cubicBezTo>
                  <a:cubicBezTo>
                    <a:pt x="876434" y="21129"/>
                    <a:pt x="1036518" y="11602"/>
                    <a:pt x="1196604" y="7309"/>
                  </a:cubicBezTo>
                  <a:cubicBezTo>
                    <a:pt x="1396893" y="1970"/>
                    <a:pt x="1597391" y="-1590"/>
                    <a:pt x="1797784" y="713"/>
                  </a:cubicBezTo>
                  <a:cubicBezTo>
                    <a:pt x="1975354" y="2703"/>
                    <a:pt x="2152922" y="12126"/>
                    <a:pt x="2330283" y="21339"/>
                  </a:cubicBezTo>
                  <a:cubicBezTo>
                    <a:pt x="2479687" y="29191"/>
                    <a:pt x="2628989" y="39557"/>
                    <a:pt x="2778079" y="52330"/>
                  </a:cubicBezTo>
                  <a:cubicBezTo>
                    <a:pt x="2940991" y="66255"/>
                    <a:pt x="3103484" y="84053"/>
                    <a:pt x="3266185" y="100491"/>
                  </a:cubicBezTo>
                  <a:cubicBezTo>
                    <a:pt x="3376643" y="111694"/>
                    <a:pt x="3487100" y="123421"/>
                    <a:pt x="3604049" y="135565"/>
                  </a:cubicBezTo>
                  <a:cubicBezTo>
                    <a:pt x="3431714" y="726485"/>
                    <a:pt x="3261055" y="1311543"/>
                    <a:pt x="3088930" y="1901520"/>
                  </a:cubicBezTo>
                  <a:cubicBezTo>
                    <a:pt x="3137929" y="1908849"/>
                    <a:pt x="3184625" y="1904556"/>
                    <a:pt x="3230902" y="1905289"/>
                  </a:cubicBezTo>
                  <a:cubicBezTo>
                    <a:pt x="3279691" y="1906022"/>
                    <a:pt x="3328586" y="1905499"/>
                    <a:pt x="3377480" y="1905499"/>
                  </a:cubicBezTo>
                  <a:cubicBezTo>
                    <a:pt x="3424595" y="1905499"/>
                    <a:pt x="3471709" y="1905499"/>
                    <a:pt x="3518824" y="1905499"/>
                  </a:cubicBezTo>
                  <a:lnTo>
                    <a:pt x="3660167" y="1905499"/>
                  </a:lnTo>
                  <a:cubicBezTo>
                    <a:pt x="3707282" y="1905499"/>
                    <a:pt x="3754397" y="1905499"/>
                    <a:pt x="3801511" y="1905499"/>
                  </a:cubicBezTo>
                  <a:cubicBezTo>
                    <a:pt x="3850405" y="1905499"/>
                    <a:pt x="3899195" y="1905499"/>
                    <a:pt x="3948089" y="1905394"/>
                  </a:cubicBezTo>
                  <a:cubicBezTo>
                    <a:pt x="3994994" y="1905394"/>
                    <a:pt x="4041795" y="1905394"/>
                    <a:pt x="4098122" y="1905394"/>
                  </a:cubicBezTo>
                  <a:cubicBezTo>
                    <a:pt x="3936049" y="2167873"/>
                    <a:pt x="3778373" y="2423234"/>
                    <a:pt x="3616403" y="2685505"/>
                  </a:cubicBezTo>
                  <a:cubicBezTo>
                    <a:pt x="3750418" y="2701890"/>
                    <a:pt x="3882364" y="2718013"/>
                    <a:pt x="4013840" y="2734071"/>
                  </a:cubicBezTo>
                  <a:lnTo>
                    <a:pt x="4124976" y="2747639"/>
                  </a:lnTo>
                  <a:lnTo>
                    <a:pt x="4124976" y="2858562"/>
                  </a:lnTo>
                  <a:lnTo>
                    <a:pt x="3859331" y="2810554"/>
                  </a:lnTo>
                  <a:cubicBezTo>
                    <a:pt x="3735472" y="2788894"/>
                    <a:pt x="3610854" y="2767326"/>
                    <a:pt x="3484797" y="2744240"/>
                  </a:cubicBezTo>
                  <a:lnTo>
                    <a:pt x="3484692" y="2744240"/>
                  </a:lnTo>
                  <a:cubicBezTo>
                    <a:pt x="3555678" y="2619858"/>
                    <a:pt x="3622999" y="2502072"/>
                    <a:pt x="3690111" y="2384076"/>
                  </a:cubicBezTo>
                  <a:cubicBezTo>
                    <a:pt x="3756071" y="2267966"/>
                    <a:pt x="3821823" y="2151750"/>
                    <a:pt x="3891761" y="2028310"/>
                  </a:cubicBezTo>
                  <a:cubicBezTo>
                    <a:pt x="3563530" y="1994283"/>
                    <a:pt x="3242943" y="1973971"/>
                    <a:pt x="2920679" y="1941201"/>
                  </a:cubicBezTo>
                  <a:cubicBezTo>
                    <a:pt x="3085161" y="1369755"/>
                    <a:pt x="3248491" y="802497"/>
                    <a:pt x="3412554" y="232202"/>
                  </a:cubicBezTo>
                  <a:cubicBezTo>
                    <a:pt x="3351724" y="223303"/>
                    <a:pt x="3297177" y="212101"/>
                    <a:pt x="3242105" y="207807"/>
                  </a:cubicBezTo>
                  <a:cubicBezTo>
                    <a:pt x="3087674" y="195663"/>
                    <a:pt x="2933139" y="183099"/>
                    <a:pt x="2778499" y="176922"/>
                  </a:cubicBezTo>
                  <a:cubicBezTo>
                    <a:pt x="2633909" y="171163"/>
                    <a:pt x="2489006" y="172210"/>
                    <a:pt x="2344207" y="172315"/>
                  </a:cubicBezTo>
                  <a:cubicBezTo>
                    <a:pt x="2183913" y="172420"/>
                    <a:pt x="2023620" y="173990"/>
                    <a:pt x="1863326" y="176607"/>
                  </a:cubicBezTo>
                  <a:cubicBezTo>
                    <a:pt x="1760616" y="178283"/>
                    <a:pt x="1657906" y="182261"/>
                    <a:pt x="1555197" y="186763"/>
                  </a:cubicBezTo>
                  <a:cubicBezTo>
                    <a:pt x="1412597" y="192941"/>
                    <a:pt x="1270102" y="199642"/>
                    <a:pt x="1127607" y="207912"/>
                  </a:cubicBezTo>
                  <a:cubicBezTo>
                    <a:pt x="992127" y="215765"/>
                    <a:pt x="856751" y="226130"/>
                    <a:pt x="721271" y="235029"/>
                  </a:cubicBezTo>
                  <a:cubicBezTo>
                    <a:pt x="646621" y="239951"/>
                    <a:pt x="571761" y="243301"/>
                    <a:pt x="497111" y="248849"/>
                  </a:cubicBezTo>
                  <a:cubicBezTo>
                    <a:pt x="420995" y="254504"/>
                    <a:pt x="344983" y="261833"/>
                    <a:pt x="263318" y="268952"/>
                  </a:cubicBezTo>
                  <a:cubicBezTo>
                    <a:pt x="516270" y="740620"/>
                    <a:pt x="766186" y="1206634"/>
                    <a:pt x="1019034" y="1677988"/>
                  </a:cubicBezTo>
                  <a:cubicBezTo>
                    <a:pt x="1127084" y="1643752"/>
                    <a:pt x="1227803" y="1597579"/>
                    <a:pt x="1331351" y="1559259"/>
                  </a:cubicBezTo>
                  <a:cubicBezTo>
                    <a:pt x="1435736" y="1520626"/>
                    <a:pt x="1538969" y="1478956"/>
                    <a:pt x="1642620" y="1438437"/>
                  </a:cubicBezTo>
                  <a:cubicBezTo>
                    <a:pt x="1746273" y="1397919"/>
                    <a:pt x="1849924" y="1357086"/>
                    <a:pt x="1953576" y="1316463"/>
                  </a:cubicBezTo>
                  <a:cubicBezTo>
                    <a:pt x="2057333" y="1275840"/>
                    <a:pt x="2161089" y="1235217"/>
                    <a:pt x="2264846" y="1194698"/>
                  </a:cubicBezTo>
                  <a:cubicBezTo>
                    <a:pt x="2368184" y="1154389"/>
                    <a:pt x="2471522" y="1114290"/>
                    <a:pt x="2582188" y="1071154"/>
                  </a:cubicBezTo>
                  <a:cubicBezTo>
                    <a:pt x="2583444" y="1095130"/>
                    <a:pt x="2584701" y="1111777"/>
                    <a:pt x="2585119" y="1128424"/>
                  </a:cubicBezTo>
                  <a:cubicBezTo>
                    <a:pt x="2589413" y="1327038"/>
                    <a:pt x="2593181" y="1525756"/>
                    <a:pt x="2597788" y="1724370"/>
                  </a:cubicBezTo>
                  <a:cubicBezTo>
                    <a:pt x="2600615" y="1848019"/>
                    <a:pt x="2604174" y="1971668"/>
                    <a:pt x="2607944" y="2095317"/>
                  </a:cubicBezTo>
                  <a:cubicBezTo>
                    <a:pt x="2610561" y="2180542"/>
                    <a:pt x="2614121" y="2265872"/>
                    <a:pt x="2617471" y="2351096"/>
                  </a:cubicBezTo>
                  <a:cubicBezTo>
                    <a:pt x="2617786" y="2357692"/>
                    <a:pt x="2620403" y="2364080"/>
                    <a:pt x="2622706" y="2374026"/>
                  </a:cubicBezTo>
                  <a:cubicBezTo>
                    <a:pt x="2887908" y="2330890"/>
                    <a:pt x="3151331" y="2288067"/>
                    <a:pt x="3423025" y="2243989"/>
                  </a:cubicBezTo>
                  <a:cubicBezTo>
                    <a:pt x="3341883" y="2503223"/>
                    <a:pt x="3263254" y="2754082"/>
                    <a:pt x="3183474" y="3008919"/>
                  </a:cubicBezTo>
                  <a:cubicBezTo>
                    <a:pt x="3461030" y="3029125"/>
                    <a:pt x="3732933" y="3049018"/>
                    <a:pt x="4011537" y="306933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3"/>
            <p:cNvSpPr/>
            <p:nvPr/>
          </p:nvSpPr>
          <p:spPr>
            <a:xfrm>
              <a:off x="7982396" y="3381104"/>
              <a:ext cx="4209605" cy="3476897"/>
            </a:xfrm>
            <a:custGeom>
              <a:rect b="b" l="l" r="r" t="t"/>
              <a:pathLst>
                <a:path extrusionOk="0" h="3476897" w="4209605">
                  <a:moveTo>
                    <a:pt x="4209605" y="3006662"/>
                  </a:moveTo>
                  <a:lnTo>
                    <a:pt x="4209605" y="3206484"/>
                  </a:lnTo>
                  <a:lnTo>
                    <a:pt x="4175600" y="3279042"/>
                  </a:lnTo>
                  <a:cubicBezTo>
                    <a:pt x="4173192" y="3212244"/>
                    <a:pt x="4186384" y="3148064"/>
                    <a:pt x="4197377" y="3083569"/>
                  </a:cubicBezTo>
                  <a:close/>
                  <a:moveTo>
                    <a:pt x="1797784" y="713"/>
                  </a:moveTo>
                  <a:cubicBezTo>
                    <a:pt x="1975354" y="2703"/>
                    <a:pt x="2152923" y="12126"/>
                    <a:pt x="2330283" y="21339"/>
                  </a:cubicBezTo>
                  <a:cubicBezTo>
                    <a:pt x="2479687" y="29191"/>
                    <a:pt x="2628989" y="39557"/>
                    <a:pt x="2778079" y="52330"/>
                  </a:cubicBezTo>
                  <a:cubicBezTo>
                    <a:pt x="2940991" y="66255"/>
                    <a:pt x="3103484" y="84053"/>
                    <a:pt x="3266185" y="100491"/>
                  </a:cubicBezTo>
                  <a:cubicBezTo>
                    <a:pt x="3376643" y="111694"/>
                    <a:pt x="3487101" y="123421"/>
                    <a:pt x="3604049" y="135565"/>
                  </a:cubicBezTo>
                  <a:cubicBezTo>
                    <a:pt x="3431714" y="726485"/>
                    <a:pt x="3261055" y="1311543"/>
                    <a:pt x="3088930" y="1901520"/>
                  </a:cubicBezTo>
                  <a:cubicBezTo>
                    <a:pt x="3137929" y="1908849"/>
                    <a:pt x="3184625" y="1904556"/>
                    <a:pt x="3230902" y="1905289"/>
                  </a:cubicBezTo>
                  <a:cubicBezTo>
                    <a:pt x="3279691" y="1906022"/>
                    <a:pt x="3328586" y="1905499"/>
                    <a:pt x="3377480" y="1905499"/>
                  </a:cubicBezTo>
                  <a:cubicBezTo>
                    <a:pt x="3424595" y="1905499"/>
                    <a:pt x="3471709" y="1905499"/>
                    <a:pt x="3518824" y="1905499"/>
                  </a:cubicBezTo>
                  <a:lnTo>
                    <a:pt x="3660167" y="1905499"/>
                  </a:lnTo>
                  <a:cubicBezTo>
                    <a:pt x="3707282" y="1905499"/>
                    <a:pt x="3754397" y="1905499"/>
                    <a:pt x="3801511" y="1905499"/>
                  </a:cubicBezTo>
                  <a:cubicBezTo>
                    <a:pt x="3850405" y="1905499"/>
                    <a:pt x="3899195" y="1905499"/>
                    <a:pt x="3948089" y="1905394"/>
                  </a:cubicBezTo>
                  <a:cubicBezTo>
                    <a:pt x="3994994" y="1905394"/>
                    <a:pt x="4041795" y="1905394"/>
                    <a:pt x="4098123" y="1905394"/>
                  </a:cubicBezTo>
                  <a:cubicBezTo>
                    <a:pt x="3936049" y="2167874"/>
                    <a:pt x="3778373" y="2423234"/>
                    <a:pt x="3616403" y="2685505"/>
                  </a:cubicBezTo>
                  <a:cubicBezTo>
                    <a:pt x="3750418" y="2701890"/>
                    <a:pt x="3882365" y="2718014"/>
                    <a:pt x="4013840" y="2734072"/>
                  </a:cubicBezTo>
                  <a:lnTo>
                    <a:pt x="4209605" y="2757971"/>
                  </a:lnTo>
                  <a:lnTo>
                    <a:pt x="4209605" y="2873857"/>
                  </a:lnTo>
                  <a:lnTo>
                    <a:pt x="3859331" y="2810554"/>
                  </a:lnTo>
                  <a:cubicBezTo>
                    <a:pt x="3735472" y="2788895"/>
                    <a:pt x="3610854" y="2767327"/>
                    <a:pt x="3484797" y="2744241"/>
                  </a:cubicBezTo>
                  <a:lnTo>
                    <a:pt x="3484692" y="2744241"/>
                  </a:lnTo>
                  <a:cubicBezTo>
                    <a:pt x="3555678" y="2619858"/>
                    <a:pt x="3622999" y="2502072"/>
                    <a:pt x="3690111" y="2384076"/>
                  </a:cubicBezTo>
                  <a:cubicBezTo>
                    <a:pt x="3756071" y="2267966"/>
                    <a:pt x="3821823" y="2151750"/>
                    <a:pt x="3891761" y="2028310"/>
                  </a:cubicBezTo>
                  <a:cubicBezTo>
                    <a:pt x="3563530" y="1994284"/>
                    <a:pt x="3242943" y="1973971"/>
                    <a:pt x="2920679" y="1941201"/>
                  </a:cubicBezTo>
                  <a:cubicBezTo>
                    <a:pt x="3085161" y="1369755"/>
                    <a:pt x="3248491" y="802497"/>
                    <a:pt x="3412554" y="232202"/>
                  </a:cubicBezTo>
                  <a:cubicBezTo>
                    <a:pt x="3351724" y="223303"/>
                    <a:pt x="3297177" y="212101"/>
                    <a:pt x="3242105" y="207808"/>
                  </a:cubicBezTo>
                  <a:cubicBezTo>
                    <a:pt x="3087674" y="195663"/>
                    <a:pt x="2933139" y="183099"/>
                    <a:pt x="2778499" y="176922"/>
                  </a:cubicBezTo>
                  <a:cubicBezTo>
                    <a:pt x="2633909" y="171163"/>
                    <a:pt x="2489006" y="172210"/>
                    <a:pt x="2344207" y="172315"/>
                  </a:cubicBezTo>
                  <a:cubicBezTo>
                    <a:pt x="2183913" y="172420"/>
                    <a:pt x="2023620" y="173990"/>
                    <a:pt x="1863326" y="176607"/>
                  </a:cubicBezTo>
                  <a:cubicBezTo>
                    <a:pt x="1760616" y="178283"/>
                    <a:pt x="1657906" y="182261"/>
                    <a:pt x="1555196" y="186763"/>
                  </a:cubicBezTo>
                  <a:cubicBezTo>
                    <a:pt x="1412597" y="192941"/>
                    <a:pt x="1270101" y="199642"/>
                    <a:pt x="1127607" y="207912"/>
                  </a:cubicBezTo>
                  <a:cubicBezTo>
                    <a:pt x="992127" y="215765"/>
                    <a:pt x="856751" y="226130"/>
                    <a:pt x="721271" y="235029"/>
                  </a:cubicBezTo>
                  <a:cubicBezTo>
                    <a:pt x="646620" y="239951"/>
                    <a:pt x="571761" y="243301"/>
                    <a:pt x="497110" y="248849"/>
                  </a:cubicBezTo>
                  <a:cubicBezTo>
                    <a:pt x="420994" y="254504"/>
                    <a:pt x="344983" y="261833"/>
                    <a:pt x="263318" y="268952"/>
                  </a:cubicBezTo>
                  <a:cubicBezTo>
                    <a:pt x="516270" y="740620"/>
                    <a:pt x="766186" y="1206634"/>
                    <a:pt x="1019034" y="1677988"/>
                  </a:cubicBezTo>
                  <a:cubicBezTo>
                    <a:pt x="1127084" y="1643752"/>
                    <a:pt x="1227803" y="1597579"/>
                    <a:pt x="1331351" y="1559260"/>
                  </a:cubicBezTo>
                  <a:cubicBezTo>
                    <a:pt x="1435735" y="1520626"/>
                    <a:pt x="1538969" y="1478956"/>
                    <a:pt x="1642620" y="1438437"/>
                  </a:cubicBezTo>
                  <a:cubicBezTo>
                    <a:pt x="1746273" y="1397919"/>
                    <a:pt x="1849924" y="1357086"/>
                    <a:pt x="1953576" y="1316463"/>
                  </a:cubicBezTo>
                  <a:cubicBezTo>
                    <a:pt x="2057333" y="1275840"/>
                    <a:pt x="2161089" y="1235217"/>
                    <a:pt x="2264846" y="1194698"/>
                  </a:cubicBezTo>
                  <a:cubicBezTo>
                    <a:pt x="2368184" y="1154389"/>
                    <a:pt x="2471522" y="1114290"/>
                    <a:pt x="2582188" y="1071154"/>
                  </a:cubicBezTo>
                  <a:cubicBezTo>
                    <a:pt x="2583444" y="1095130"/>
                    <a:pt x="2584701" y="1111777"/>
                    <a:pt x="2585119" y="1128424"/>
                  </a:cubicBezTo>
                  <a:cubicBezTo>
                    <a:pt x="2589413" y="1327038"/>
                    <a:pt x="2593181" y="1525756"/>
                    <a:pt x="2597788" y="1724370"/>
                  </a:cubicBezTo>
                  <a:cubicBezTo>
                    <a:pt x="2600615" y="1848019"/>
                    <a:pt x="2604175" y="1971668"/>
                    <a:pt x="2607943" y="2095318"/>
                  </a:cubicBezTo>
                  <a:cubicBezTo>
                    <a:pt x="2610561" y="2180542"/>
                    <a:pt x="2614121" y="2265872"/>
                    <a:pt x="2617471" y="2351096"/>
                  </a:cubicBezTo>
                  <a:cubicBezTo>
                    <a:pt x="2617786" y="2357692"/>
                    <a:pt x="2620403" y="2364080"/>
                    <a:pt x="2622706" y="2374026"/>
                  </a:cubicBezTo>
                  <a:cubicBezTo>
                    <a:pt x="2887908" y="2330890"/>
                    <a:pt x="3151331" y="2288067"/>
                    <a:pt x="3423025" y="2243990"/>
                  </a:cubicBezTo>
                  <a:cubicBezTo>
                    <a:pt x="3341883" y="2503224"/>
                    <a:pt x="3263254" y="2754082"/>
                    <a:pt x="3183474" y="3008919"/>
                  </a:cubicBezTo>
                  <a:cubicBezTo>
                    <a:pt x="3461030" y="3029126"/>
                    <a:pt x="3732933" y="3049019"/>
                    <a:pt x="4011537" y="3069330"/>
                  </a:cubicBezTo>
                  <a:lnTo>
                    <a:pt x="3845371" y="3476897"/>
                  </a:lnTo>
                  <a:lnTo>
                    <a:pt x="3812983" y="3476897"/>
                  </a:lnTo>
                  <a:lnTo>
                    <a:pt x="3891553" y="3180520"/>
                  </a:lnTo>
                  <a:cubicBezTo>
                    <a:pt x="3868309" y="3177066"/>
                    <a:pt x="3848207" y="3171831"/>
                    <a:pt x="3828000" y="3171411"/>
                  </a:cubicBezTo>
                  <a:cubicBezTo>
                    <a:pt x="3730315" y="3169109"/>
                    <a:pt x="3632632" y="3168480"/>
                    <a:pt x="3535052" y="3166490"/>
                  </a:cubicBezTo>
                  <a:cubicBezTo>
                    <a:pt x="3399153" y="3163664"/>
                    <a:pt x="3263359" y="3160418"/>
                    <a:pt x="3127459" y="3156335"/>
                  </a:cubicBezTo>
                  <a:cubicBezTo>
                    <a:pt x="3096469" y="3155392"/>
                    <a:pt x="3065688" y="3150367"/>
                    <a:pt x="3029985" y="3146703"/>
                  </a:cubicBezTo>
                  <a:cubicBezTo>
                    <a:pt x="3116885" y="2890505"/>
                    <a:pt x="3203157" y="2636401"/>
                    <a:pt x="3292046" y="2374235"/>
                  </a:cubicBezTo>
                  <a:cubicBezTo>
                    <a:pt x="3019411" y="2422606"/>
                    <a:pt x="2755255" y="2469511"/>
                    <a:pt x="2487540" y="2517044"/>
                  </a:cubicBezTo>
                  <a:cubicBezTo>
                    <a:pt x="2463565" y="2122644"/>
                    <a:pt x="2439798" y="1732431"/>
                    <a:pt x="2416031" y="1342114"/>
                  </a:cubicBezTo>
                  <a:cubicBezTo>
                    <a:pt x="2371639" y="1345360"/>
                    <a:pt x="1968025" y="1493090"/>
                    <a:pt x="1688269" y="1601453"/>
                  </a:cubicBezTo>
                  <a:cubicBezTo>
                    <a:pt x="1448404" y="1694426"/>
                    <a:pt x="1206026" y="1780802"/>
                    <a:pt x="960717" y="1871576"/>
                  </a:cubicBezTo>
                  <a:cubicBezTo>
                    <a:pt x="640966" y="1294267"/>
                    <a:pt x="322054" y="718948"/>
                    <a:pt x="0" y="138079"/>
                  </a:cubicBezTo>
                  <a:cubicBezTo>
                    <a:pt x="54862" y="125933"/>
                    <a:pt x="106060" y="112218"/>
                    <a:pt x="158095" y="103423"/>
                  </a:cubicBezTo>
                  <a:cubicBezTo>
                    <a:pt x="266040" y="85310"/>
                    <a:pt x="374298" y="68244"/>
                    <a:pt x="482766" y="53691"/>
                  </a:cubicBezTo>
                  <a:cubicBezTo>
                    <a:pt x="560348" y="43326"/>
                    <a:pt x="638454" y="35369"/>
                    <a:pt x="716559" y="30762"/>
                  </a:cubicBezTo>
                  <a:cubicBezTo>
                    <a:pt x="876434" y="21129"/>
                    <a:pt x="1036518" y="11602"/>
                    <a:pt x="1196604" y="7309"/>
                  </a:cubicBezTo>
                  <a:cubicBezTo>
                    <a:pt x="1396892" y="1970"/>
                    <a:pt x="1597391" y="-1590"/>
                    <a:pt x="1797784" y="71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-Slide">
  <p:cSld name="Element-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4"/>
          <p:cNvGrpSpPr/>
          <p:nvPr/>
        </p:nvGrpSpPr>
        <p:grpSpPr>
          <a:xfrm>
            <a:off x="0" y="0"/>
            <a:ext cx="12192001" cy="6858001"/>
            <a:chOff x="0" y="0"/>
            <a:chExt cx="12192001" cy="6858001"/>
          </a:xfrm>
        </p:grpSpPr>
        <p:sp>
          <p:nvSpPr>
            <p:cNvPr id="18" name="Google Shape;18;p4"/>
            <p:cNvSpPr/>
            <p:nvPr/>
          </p:nvSpPr>
          <p:spPr>
            <a:xfrm rot="10800000">
              <a:off x="0" y="0"/>
              <a:ext cx="4124976" cy="3607791"/>
            </a:xfrm>
            <a:custGeom>
              <a:rect b="b" l="l" r="r" t="t"/>
              <a:pathLst>
                <a:path extrusionOk="0" h="3607791" w="4124976">
                  <a:moveTo>
                    <a:pt x="3792004" y="3607791"/>
                  </a:moveTo>
                  <a:lnTo>
                    <a:pt x="3778283" y="3607791"/>
                  </a:lnTo>
                  <a:lnTo>
                    <a:pt x="3891552" y="3180520"/>
                  </a:lnTo>
                  <a:cubicBezTo>
                    <a:pt x="3868309" y="3177065"/>
                    <a:pt x="3848207" y="3171831"/>
                    <a:pt x="3828000" y="3171411"/>
                  </a:cubicBezTo>
                  <a:cubicBezTo>
                    <a:pt x="3730315" y="3169108"/>
                    <a:pt x="3632632" y="3168480"/>
                    <a:pt x="3535052" y="3166490"/>
                  </a:cubicBezTo>
                  <a:cubicBezTo>
                    <a:pt x="3399153" y="3163664"/>
                    <a:pt x="3263359" y="3160418"/>
                    <a:pt x="3127459" y="3156335"/>
                  </a:cubicBezTo>
                  <a:cubicBezTo>
                    <a:pt x="3096469" y="3155392"/>
                    <a:pt x="3065688" y="3150367"/>
                    <a:pt x="3029985" y="3146703"/>
                  </a:cubicBezTo>
                  <a:cubicBezTo>
                    <a:pt x="3116885" y="2890505"/>
                    <a:pt x="3203157" y="2636401"/>
                    <a:pt x="3292046" y="2374235"/>
                  </a:cubicBezTo>
                  <a:cubicBezTo>
                    <a:pt x="3019411" y="2422606"/>
                    <a:pt x="2755255" y="2469511"/>
                    <a:pt x="2487540" y="2517044"/>
                  </a:cubicBezTo>
                  <a:cubicBezTo>
                    <a:pt x="2463564" y="2122644"/>
                    <a:pt x="2439798" y="1732431"/>
                    <a:pt x="2416030" y="1342114"/>
                  </a:cubicBezTo>
                  <a:cubicBezTo>
                    <a:pt x="2371639" y="1345360"/>
                    <a:pt x="1968025" y="1493090"/>
                    <a:pt x="1688269" y="1601453"/>
                  </a:cubicBezTo>
                  <a:cubicBezTo>
                    <a:pt x="1448404" y="1694426"/>
                    <a:pt x="1206026" y="1780802"/>
                    <a:pt x="960716" y="1871576"/>
                  </a:cubicBezTo>
                  <a:cubicBezTo>
                    <a:pt x="640966" y="1294267"/>
                    <a:pt x="322054" y="718948"/>
                    <a:pt x="0" y="138079"/>
                  </a:cubicBezTo>
                  <a:cubicBezTo>
                    <a:pt x="54862" y="125933"/>
                    <a:pt x="106060" y="112218"/>
                    <a:pt x="158095" y="103423"/>
                  </a:cubicBezTo>
                  <a:cubicBezTo>
                    <a:pt x="266040" y="85310"/>
                    <a:pt x="374298" y="68244"/>
                    <a:pt x="482766" y="53691"/>
                  </a:cubicBezTo>
                  <a:cubicBezTo>
                    <a:pt x="560348" y="43326"/>
                    <a:pt x="638453" y="35369"/>
                    <a:pt x="716559" y="30762"/>
                  </a:cubicBezTo>
                  <a:cubicBezTo>
                    <a:pt x="876434" y="21129"/>
                    <a:pt x="1036518" y="11602"/>
                    <a:pt x="1196604" y="7309"/>
                  </a:cubicBezTo>
                  <a:cubicBezTo>
                    <a:pt x="1396893" y="1970"/>
                    <a:pt x="1597391" y="-1590"/>
                    <a:pt x="1797784" y="713"/>
                  </a:cubicBezTo>
                  <a:cubicBezTo>
                    <a:pt x="1975354" y="2703"/>
                    <a:pt x="2152922" y="12126"/>
                    <a:pt x="2330282" y="21339"/>
                  </a:cubicBezTo>
                  <a:cubicBezTo>
                    <a:pt x="2479687" y="29191"/>
                    <a:pt x="2628989" y="39557"/>
                    <a:pt x="2778079" y="52330"/>
                  </a:cubicBezTo>
                  <a:cubicBezTo>
                    <a:pt x="2940991" y="66255"/>
                    <a:pt x="3103484" y="84053"/>
                    <a:pt x="3266185" y="100491"/>
                  </a:cubicBezTo>
                  <a:cubicBezTo>
                    <a:pt x="3376643" y="111694"/>
                    <a:pt x="3487100" y="123421"/>
                    <a:pt x="3604049" y="135565"/>
                  </a:cubicBezTo>
                  <a:cubicBezTo>
                    <a:pt x="3431714" y="726485"/>
                    <a:pt x="3261055" y="1311543"/>
                    <a:pt x="3088930" y="1901520"/>
                  </a:cubicBezTo>
                  <a:cubicBezTo>
                    <a:pt x="3137929" y="1908849"/>
                    <a:pt x="3184625" y="1904556"/>
                    <a:pt x="3230902" y="1905289"/>
                  </a:cubicBezTo>
                  <a:cubicBezTo>
                    <a:pt x="3279691" y="1906022"/>
                    <a:pt x="3328586" y="1905499"/>
                    <a:pt x="3377480" y="1905499"/>
                  </a:cubicBezTo>
                  <a:cubicBezTo>
                    <a:pt x="3424595" y="1905499"/>
                    <a:pt x="3471709" y="1905499"/>
                    <a:pt x="3518824" y="1905499"/>
                  </a:cubicBezTo>
                  <a:lnTo>
                    <a:pt x="3660167" y="1905499"/>
                  </a:lnTo>
                  <a:cubicBezTo>
                    <a:pt x="3707282" y="1905499"/>
                    <a:pt x="3754397" y="1905499"/>
                    <a:pt x="3801511" y="1905499"/>
                  </a:cubicBezTo>
                  <a:cubicBezTo>
                    <a:pt x="3850405" y="1905499"/>
                    <a:pt x="3899195" y="1905499"/>
                    <a:pt x="3948089" y="1905394"/>
                  </a:cubicBezTo>
                  <a:cubicBezTo>
                    <a:pt x="3994994" y="1905394"/>
                    <a:pt x="4041795" y="1905394"/>
                    <a:pt x="4098122" y="1905394"/>
                  </a:cubicBezTo>
                  <a:cubicBezTo>
                    <a:pt x="3936049" y="2167873"/>
                    <a:pt x="3778373" y="2423234"/>
                    <a:pt x="3616403" y="2685505"/>
                  </a:cubicBezTo>
                  <a:lnTo>
                    <a:pt x="4124976" y="2747623"/>
                  </a:lnTo>
                  <a:lnTo>
                    <a:pt x="4124976" y="2858562"/>
                  </a:lnTo>
                  <a:lnTo>
                    <a:pt x="3859331" y="2810554"/>
                  </a:lnTo>
                  <a:cubicBezTo>
                    <a:pt x="3735472" y="2788894"/>
                    <a:pt x="3610854" y="2767326"/>
                    <a:pt x="3484797" y="2744240"/>
                  </a:cubicBezTo>
                  <a:lnTo>
                    <a:pt x="3484692" y="2744240"/>
                  </a:lnTo>
                  <a:cubicBezTo>
                    <a:pt x="3555678" y="2619858"/>
                    <a:pt x="3622999" y="2502072"/>
                    <a:pt x="3690111" y="2384076"/>
                  </a:cubicBezTo>
                  <a:cubicBezTo>
                    <a:pt x="3756071" y="2267966"/>
                    <a:pt x="3821823" y="2151750"/>
                    <a:pt x="3891761" y="2028310"/>
                  </a:cubicBezTo>
                  <a:cubicBezTo>
                    <a:pt x="3563530" y="1994283"/>
                    <a:pt x="3242943" y="1973971"/>
                    <a:pt x="2920679" y="1941201"/>
                  </a:cubicBezTo>
                  <a:cubicBezTo>
                    <a:pt x="3085161" y="1369755"/>
                    <a:pt x="3248491" y="802497"/>
                    <a:pt x="3412554" y="232202"/>
                  </a:cubicBezTo>
                  <a:cubicBezTo>
                    <a:pt x="3351724" y="223303"/>
                    <a:pt x="3297177" y="212101"/>
                    <a:pt x="3242105" y="207807"/>
                  </a:cubicBezTo>
                  <a:cubicBezTo>
                    <a:pt x="3087674" y="195663"/>
                    <a:pt x="2933138" y="183099"/>
                    <a:pt x="2778499" y="176922"/>
                  </a:cubicBezTo>
                  <a:cubicBezTo>
                    <a:pt x="2633909" y="171163"/>
                    <a:pt x="2489006" y="172210"/>
                    <a:pt x="2344207" y="172315"/>
                  </a:cubicBezTo>
                  <a:cubicBezTo>
                    <a:pt x="2183913" y="172420"/>
                    <a:pt x="2023620" y="173990"/>
                    <a:pt x="1863326" y="176607"/>
                  </a:cubicBezTo>
                  <a:cubicBezTo>
                    <a:pt x="1760616" y="178283"/>
                    <a:pt x="1657906" y="182261"/>
                    <a:pt x="1555197" y="186763"/>
                  </a:cubicBezTo>
                  <a:cubicBezTo>
                    <a:pt x="1412597" y="192941"/>
                    <a:pt x="1270102" y="199642"/>
                    <a:pt x="1127607" y="207912"/>
                  </a:cubicBezTo>
                  <a:cubicBezTo>
                    <a:pt x="992127" y="215765"/>
                    <a:pt x="856751" y="226130"/>
                    <a:pt x="721270" y="235029"/>
                  </a:cubicBezTo>
                  <a:cubicBezTo>
                    <a:pt x="646621" y="239951"/>
                    <a:pt x="571760" y="243301"/>
                    <a:pt x="497111" y="248849"/>
                  </a:cubicBezTo>
                  <a:cubicBezTo>
                    <a:pt x="420995" y="254504"/>
                    <a:pt x="344983" y="261833"/>
                    <a:pt x="263318" y="268952"/>
                  </a:cubicBezTo>
                  <a:cubicBezTo>
                    <a:pt x="516270" y="740620"/>
                    <a:pt x="766186" y="1206634"/>
                    <a:pt x="1019034" y="1677988"/>
                  </a:cubicBezTo>
                  <a:cubicBezTo>
                    <a:pt x="1127084" y="1643752"/>
                    <a:pt x="1227803" y="1597579"/>
                    <a:pt x="1331351" y="1559259"/>
                  </a:cubicBezTo>
                  <a:cubicBezTo>
                    <a:pt x="1435736" y="1520626"/>
                    <a:pt x="1538969" y="1478956"/>
                    <a:pt x="1642620" y="1438437"/>
                  </a:cubicBezTo>
                  <a:cubicBezTo>
                    <a:pt x="1746272" y="1397919"/>
                    <a:pt x="1849924" y="1357086"/>
                    <a:pt x="1953576" y="1316463"/>
                  </a:cubicBezTo>
                  <a:cubicBezTo>
                    <a:pt x="2057333" y="1275840"/>
                    <a:pt x="2161089" y="1235217"/>
                    <a:pt x="2264846" y="1194698"/>
                  </a:cubicBezTo>
                  <a:cubicBezTo>
                    <a:pt x="2368184" y="1154389"/>
                    <a:pt x="2471522" y="1114290"/>
                    <a:pt x="2582188" y="1071154"/>
                  </a:cubicBezTo>
                  <a:cubicBezTo>
                    <a:pt x="2583444" y="1095130"/>
                    <a:pt x="2584701" y="1111777"/>
                    <a:pt x="2585119" y="1128424"/>
                  </a:cubicBezTo>
                  <a:cubicBezTo>
                    <a:pt x="2589413" y="1327038"/>
                    <a:pt x="2593181" y="1525756"/>
                    <a:pt x="2597788" y="1724370"/>
                  </a:cubicBezTo>
                  <a:cubicBezTo>
                    <a:pt x="2600615" y="1848019"/>
                    <a:pt x="2604174" y="1971668"/>
                    <a:pt x="2607943" y="2095318"/>
                  </a:cubicBezTo>
                  <a:cubicBezTo>
                    <a:pt x="2610561" y="2180542"/>
                    <a:pt x="2614121" y="2265871"/>
                    <a:pt x="2617471" y="2351096"/>
                  </a:cubicBezTo>
                  <a:cubicBezTo>
                    <a:pt x="2617786" y="2357692"/>
                    <a:pt x="2620403" y="2364079"/>
                    <a:pt x="2622706" y="2374026"/>
                  </a:cubicBezTo>
                  <a:cubicBezTo>
                    <a:pt x="2887908" y="2330890"/>
                    <a:pt x="3151331" y="2288067"/>
                    <a:pt x="3423025" y="2243989"/>
                  </a:cubicBezTo>
                  <a:cubicBezTo>
                    <a:pt x="3341883" y="2503223"/>
                    <a:pt x="3263254" y="2754082"/>
                    <a:pt x="3183474" y="3008919"/>
                  </a:cubicBezTo>
                  <a:cubicBezTo>
                    <a:pt x="3461030" y="3029125"/>
                    <a:pt x="3732933" y="3049018"/>
                    <a:pt x="4011537" y="3069330"/>
                  </a:cubicBez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4"/>
            <p:cNvSpPr/>
            <p:nvPr/>
          </p:nvSpPr>
          <p:spPr>
            <a:xfrm>
              <a:off x="7982396" y="3381104"/>
              <a:ext cx="4209605" cy="3476897"/>
            </a:xfrm>
            <a:custGeom>
              <a:rect b="b" l="l" r="r" t="t"/>
              <a:pathLst>
                <a:path extrusionOk="0" h="3476897" w="4209605">
                  <a:moveTo>
                    <a:pt x="4209605" y="3006662"/>
                  </a:moveTo>
                  <a:lnTo>
                    <a:pt x="4209605" y="3206484"/>
                  </a:lnTo>
                  <a:lnTo>
                    <a:pt x="4175600" y="3279042"/>
                  </a:lnTo>
                  <a:cubicBezTo>
                    <a:pt x="4173192" y="3212244"/>
                    <a:pt x="4186384" y="3148064"/>
                    <a:pt x="4197377" y="3083569"/>
                  </a:cubicBezTo>
                  <a:close/>
                  <a:moveTo>
                    <a:pt x="1797784" y="713"/>
                  </a:moveTo>
                  <a:cubicBezTo>
                    <a:pt x="1975354" y="2703"/>
                    <a:pt x="2152923" y="12126"/>
                    <a:pt x="2330283" y="21339"/>
                  </a:cubicBezTo>
                  <a:cubicBezTo>
                    <a:pt x="2479687" y="29191"/>
                    <a:pt x="2628989" y="39557"/>
                    <a:pt x="2778079" y="52330"/>
                  </a:cubicBezTo>
                  <a:cubicBezTo>
                    <a:pt x="2940991" y="66255"/>
                    <a:pt x="3103484" y="84053"/>
                    <a:pt x="3266185" y="100491"/>
                  </a:cubicBezTo>
                  <a:cubicBezTo>
                    <a:pt x="3376643" y="111694"/>
                    <a:pt x="3487101" y="123421"/>
                    <a:pt x="3604049" y="135565"/>
                  </a:cubicBezTo>
                  <a:cubicBezTo>
                    <a:pt x="3431714" y="726485"/>
                    <a:pt x="3261055" y="1311543"/>
                    <a:pt x="3088930" y="1901520"/>
                  </a:cubicBezTo>
                  <a:cubicBezTo>
                    <a:pt x="3137929" y="1908849"/>
                    <a:pt x="3184625" y="1904556"/>
                    <a:pt x="3230902" y="1905289"/>
                  </a:cubicBezTo>
                  <a:cubicBezTo>
                    <a:pt x="3279691" y="1906022"/>
                    <a:pt x="3328586" y="1905499"/>
                    <a:pt x="3377480" y="1905499"/>
                  </a:cubicBezTo>
                  <a:cubicBezTo>
                    <a:pt x="3424595" y="1905499"/>
                    <a:pt x="3471709" y="1905499"/>
                    <a:pt x="3518824" y="1905499"/>
                  </a:cubicBezTo>
                  <a:lnTo>
                    <a:pt x="3660167" y="1905499"/>
                  </a:lnTo>
                  <a:cubicBezTo>
                    <a:pt x="3707282" y="1905499"/>
                    <a:pt x="3754397" y="1905499"/>
                    <a:pt x="3801511" y="1905499"/>
                  </a:cubicBezTo>
                  <a:cubicBezTo>
                    <a:pt x="3850405" y="1905499"/>
                    <a:pt x="3899195" y="1905499"/>
                    <a:pt x="3948089" y="1905394"/>
                  </a:cubicBezTo>
                  <a:cubicBezTo>
                    <a:pt x="3994994" y="1905394"/>
                    <a:pt x="4041795" y="1905394"/>
                    <a:pt x="4098123" y="1905394"/>
                  </a:cubicBezTo>
                  <a:cubicBezTo>
                    <a:pt x="3936049" y="2167874"/>
                    <a:pt x="3778373" y="2423234"/>
                    <a:pt x="3616403" y="2685505"/>
                  </a:cubicBezTo>
                  <a:cubicBezTo>
                    <a:pt x="3750417" y="2701890"/>
                    <a:pt x="3882364" y="2718014"/>
                    <a:pt x="4013840" y="2734072"/>
                  </a:cubicBezTo>
                  <a:lnTo>
                    <a:pt x="4209605" y="2757971"/>
                  </a:lnTo>
                  <a:lnTo>
                    <a:pt x="4209605" y="2873857"/>
                  </a:lnTo>
                  <a:lnTo>
                    <a:pt x="3859331" y="2810554"/>
                  </a:lnTo>
                  <a:cubicBezTo>
                    <a:pt x="3735472" y="2788895"/>
                    <a:pt x="3610854" y="2767327"/>
                    <a:pt x="3484797" y="2744241"/>
                  </a:cubicBezTo>
                  <a:lnTo>
                    <a:pt x="3484692" y="2744241"/>
                  </a:lnTo>
                  <a:cubicBezTo>
                    <a:pt x="3555678" y="2619858"/>
                    <a:pt x="3622999" y="2502072"/>
                    <a:pt x="3690111" y="2384076"/>
                  </a:cubicBezTo>
                  <a:cubicBezTo>
                    <a:pt x="3756071" y="2267966"/>
                    <a:pt x="3821823" y="2151750"/>
                    <a:pt x="3891761" y="2028310"/>
                  </a:cubicBezTo>
                  <a:cubicBezTo>
                    <a:pt x="3563530" y="1994284"/>
                    <a:pt x="3242943" y="1973971"/>
                    <a:pt x="2920679" y="1941201"/>
                  </a:cubicBezTo>
                  <a:cubicBezTo>
                    <a:pt x="3085161" y="1369755"/>
                    <a:pt x="3248491" y="802497"/>
                    <a:pt x="3412554" y="232202"/>
                  </a:cubicBezTo>
                  <a:cubicBezTo>
                    <a:pt x="3351724" y="223303"/>
                    <a:pt x="3297177" y="212101"/>
                    <a:pt x="3242105" y="207808"/>
                  </a:cubicBezTo>
                  <a:cubicBezTo>
                    <a:pt x="3087674" y="195663"/>
                    <a:pt x="2933139" y="183099"/>
                    <a:pt x="2778499" y="176922"/>
                  </a:cubicBezTo>
                  <a:cubicBezTo>
                    <a:pt x="2633909" y="171163"/>
                    <a:pt x="2489006" y="172210"/>
                    <a:pt x="2344207" y="172315"/>
                  </a:cubicBezTo>
                  <a:cubicBezTo>
                    <a:pt x="2183913" y="172420"/>
                    <a:pt x="2023620" y="173990"/>
                    <a:pt x="1863326" y="176607"/>
                  </a:cubicBezTo>
                  <a:cubicBezTo>
                    <a:pt x="1760616" y="178283"/>
                    <a:pt x="1657906" y="182261"/>
                    <a:pt x="1555196" y="186763"/>
                  </a:cubicBezTo>
                  <a:cubicBezTo>
                    <a:pt x="1412597" y="192941"/>
                    <a:pt x="1270101" y="199642"/>
                    <a:pt x="1127607" y="207912"/>
                  </a:cubicBezTo>
                  <a:cubicBezTo>
                    <a:pt x="992127" y="215765"/>
                    <a:pt x="856751" y="226130"/>
                    <a:pt x="721271" y="235029"/>
                  </a:cubicBezTo>
                  <a:cubicBezTo>
                    <a:pt x="646620" y="239951"/>
                    <a:pt x="571761" y="243301"/>
                    <a:pt x="497110" y="248849"/>
                  </a:cubicBezTo>
                  <a:cubicBezTo>
                    <a:pt x="420994" y="254504"/>
                    <a:pt x="344983" y="261833"/>
                    <a:pt x="263318" y="268952"/>
                  </a:cubicBezTo>
                  <a:cubicBezTo>
                    <a:pt x="516270" y="740620"/>
                    <a:pt x="766186" y="1206634"/>
                    <a:pt x="1019034" y="1677988"/>
                  </a:cubicBezTo>
                  <a:cubicBezTo>
                    <a:pt x="1127084" y="1643752"/>
                    <a:pt x="1227803" y="1597579"/>
                    <a:pt x="1331351" y="1559260"/>
                  </a:cubicBezTo>
                  <a:cubicBezTo>
                    <a:pt x="1435735" y="1520626"/>
                    <a:pt x="1538969" y="1478956"/>
                    <a:pt x="1642620" y="1438437"/>
                  </a:cubicBezTo>
                  <a:cubicBezTo>
                    <a:pt x="1746273" y="1397919"/>
                    <a:pt x="1849924" y="1357086"/>
                    <a:pt x="1953576" y="1316463"/>
                  </a:cubicBezTo>
                  <a:cubicBezTo>
                    <a:pt x="2057333" y="1275840"/>
                    <a:pt x="2161089" y="1235217"/>
                    <a:pt x="2264846" y="1194698"/>
                  </a:cubicBezTo>
                  <a:cubicBezTo>
                    <a:pt x="2368184" y="1154389"/>
                    <a:pt x="2471522" y="1114290"/>
                    <a:pt x="2582188" y="1071154"/>
                  </a:cubicBezTo>
                  <a:cubicBezTo>
                    <a:pt x="2583444" y="1095130"/>
                    <a:pt x="2584701" y="1111777"/>
                    <a:pt x="2585119" y="1128424"/>
                  </a:cubicBezTo>
                  <a:cubicBezTo>
                    <a:pt x="2589413" y="1327038"/>
                    <a:pt x="2593181" y="1525756"/>
                    <a:pt x="2597788" y="1724370"/>
                  </a:cubicBezTo>
                  <a:cubicBezTo>
                    <a:pt x="2600615" y="1848019"/>
                    <a:pt x="2604175" y="1971668"/>
                    <a:pt x="2607943" y="2095318"/>
                  </a:cubicBezTo>
                  <a:cubicBezTo>
                    <a:pt x="2610561" y="2180542"/>
                    <a:pt x="2614121" y="2265872"/>
                    <a:pt x="2617471" y="2351096"/>
                  </a:cubicBezTo>
                  <a:cubicBezTo>
                    <a:pt x="2617786" y="2357692"/>
                    <a:pt x="2620403" y="2364080"/>
                    <a:pt x="2622706" y="2374026"/>
                  </a:cubicBezTo>
                  <a:cubicBezTo>
                    <a:pt x="2887908" y="2330890"/>
                    <a:pt x="3151331" y="2288067"/>
                    <a:pt x="3423025" y="2243990"/>
                  </a:cubicBezTo>
                  <a:cubicBezTo>
                    <a:pt x="3341883" y="2503224"/>
                    <a:pt x="3263254" y="2754082"/>
                    <a:pt x="3183474" y="3008919"/>
                  </a:cubicBezTo>
                  <a:cubicBezTo>
                    <a:pt x="3461030" y="3029126"/>
                    <a:pt x="3732933" y="3049019"/>
                    <a:pt x="4011537" y="3069330"/>
                  </a:cubicBezTo>
                  <a:lnTo>
                    <a:pt x="3845371" y="3476897"/>
                  </a:lnTo>
                  <a:lnTo>
                    <a:pt x="3812983" y="3476897"/>
                  </a:lnTo>
                  <a:lnTo>
                    <a:pt x="3891553" y="3180520"/>
                  </a:lnTo>
                  <a:cubicBezTo>
                    <a:pt x="3868309" y="3177066"/>
                    <a:pt x="3848207" y="3171831"/>
                    <a:pt x="3828000" y="3171411"/>
                  </a:cubicBezTo>
                  <a:cubicBezTo>
                    <a:pt x="3730315" y="3169109"/>
                    <a:pt x="3632632" y="3168480"/>
                    <a:pt x="3535052" y="3166490"/>
                  </a:cubicBezTo>
                  <a:cubicBezTo>
                    <a:pt x="3399153" y="3163664"/>
                    <a:pt x="3263359" y="3160418"/>
                    <a:pt x="3127459" y="3156335"/>
                  </a:cubicBezTo>
                  <a:cubicBezTo>
                    <a:pt x="3096469" y="3155392"/>
                    <a:pt x="3065688" y="3150367"/>
                    <a:pt x="3029985" y="3146703"/>
                  </a:cubicBezTo>
                  <a:cubicBezTo>
                    <a:pt x="3116885" y="2890505"/>
                    <a:pt x="3203157" y="2636401"/>
                    <a:pt x="3292046" y="2374235"/>
                  </a:cubicBezTo>
                  <a:cubicBezTo>
                    <a:pt x="3019411" y="2422606"/>
                    <a:pt x="2755255" y="2469511"/>
                    <a:pt x="2487540" y="2517044"/>
                  </a:cubicBezTo>
                  <a:cubicBezTo>
                    <a:pt x="2463565" y="2122644"/>
                    <a:pt x="2439798" y="1732431"/>
                    <a:pt x="2416031" y="1342114"/>
                  </a:cubicBezTo>
                  <a:cubicBezTo>
                    <a:pt x="2371639" y="1345360"/>
                    <a:pt x="1968025" y="1493090"/>
                    <a:pt x="1688269" y="1601453"/>
                  </a:cubicBezTo>
                  <a:cubicBezTo>
                    <a:pt x="1448404" y="1694426"/>
                    <a:pt x="1206026" y="1780802"/>
                    <a:pt x="960717" y="1871576"/>
                  </a:cubicBezTo>
                  <a:cubicBezTo>
                    <a:pt x="640966" y="1294267"/>
                    <a:pt x="322054" y="718948"/>
                    <a:pt x="0" y="138079"/>
                  </a:cubicBezTo>
                  <a:cubicBezTo>
                    <a:pt x="54862" y="125933"/>
                    <a:pt x="106060" y="112218"/>
                    <a:pt x="158095" y="103423"/>
                  </a:cubicBezTo>
                  <a:cubicBezTo>
                    <a:pt x="266040" y="85310"/>
                    <a:pt x="374298" y="68244"/>
                    <a:pt x="482766" y="53691"/>
                  </a:cubicBezTo>
                  <a:cubicBezTo>
                    <a:pt x="560348" y="43326"/>
                    <a:pt x="638454" y="35369"/>
                    <a:pt x="716559" y="30762"/>
                  </a:cubicBezTo>
                  <a:cubicBezTo>
                    <a:pt x="876434" y="21129"/>
                    <a:pt x="1036518" y="11602"/>
                    <a:pt x="1196604" y="7309"/>
                  </a:cubicBezTo>
                  <a:cubicBezTo>
                    <a:pt x="1396892" y="1970"/>
                    <a:pt x="1597391" y="-1590"/>
                    <a:pt x="1797784" y="713"/>
                  </a:cubicBezTo>
                  <a:close/>
                </a:path>
              </a:pathLst>
            </a:custGeom>
            <a:solidFill>
              <a:schemeClr val="dk1">
                <a:alpha val="392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0" y="0"/>
              <a:ext cx="10839450" cy="1600200"/>
            </a:xfrm>
            <a:custGeom>
              <a:rect b="b" l="l" r="r" t="t"/>
              <a:pathLst>
                <a:path extrusionOk="0" h="1600200" w="10839450">
                  <a:moveTo>
                    <a:pt x="0" y="0"/>
                  </a:moveTo>
                  <a:lnTo>
                    <a:pt x="10140339" y="0"/>
                  </a:lnTo>
                  <a:lnTo>
                    <a:pt x="10839450" y="1600200"/>
                  </a:lnTo>
                  <a:lnTo>
                    <a:pt x="0" y="1600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1;p4"/>
            <p:cNvPicPr preferRelativeResize="0"/>
            <p:nvPr/>
          </p:nvPicPr>
          <p:blipFill rotWithShape="1">
            <a:blip r:embed="rId2">
              <a:alphaModFix/>
            </a:blip>
            <a:srcRect b="9725" l="0" r="29942" t="0"/>
            <a:stretch/>
          </p:blipFill>
          <p:spPr>
            <a:xfrm>
              <a:off x="9671586" y="3457204"/>
              <a:ext cx="2520414" cy="3400796"/>
            </a:xfrm>
            <a:prstGeom prst="rect">
              <a:avLst/>
            </a:prstGeom>
            <a:noFill/>
            <a:ln>
              <a:noFill/>
            </a:ln>
            <a:effectLst>
              <a:outerShdw blurRad="495300" sx="102000" rotWithShape="0" algn="ctr" sy="102000">
                <a:srgbClr val="000000">
                  <a:alpha val="47843"/>
                </a:srgbClr>
              </a:outerShdw>
            </a:effectLst>
          </p:spPr>
        </p:pic>
      </p:grpSp>
      <p:sp>
        <p:nvSpPr>
          <p:cNvPr id="22" name="Google Shape;22;p4"/>
          <p:cNvSpPr txBox="1"/>
          <p:nvPr>
            <p:ph type="title"/>
          </p:nvPr>
        </p:nvSpPr>
        <p:spPr>
          <a:xfrm>
            <a:off x="188686" y="678179"/>
            <a:ext cx="11531838" cy="641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uckiest Guy"/>
              <a:buNone/>
              <a:defRPr b="0" sz="5400">
                <a:solidFill>
                  <a:schemeClr val="lt1"/>
                </a:solidFill>
                <a:latin typeface="Luckiest Guy"/>
                <a:ea typeface="Luckiest Guy"/>
                <a:cs typeface="Luckiest Guy"/>
                <a:sym typeface="Luckiest Gu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lement-Slide">
  <p:cSld name="1_Element-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5"/>
          <p:cNvGrpSpPr/>
          <p:nvPr/>
        </p:nvGrpSpPr>
        <p:grpSpPr>
          <a:xfrm>
            <a:off x="0" y="0"/>
            <a:ext cx="12192001" cy="6858001"/>
            <a:chOff x="0" y="0"/>
            <a:chExt cx="12192001" cy="6858001"/>
          </a:xfrm>
        </p:grpSpPr>
        <p:sp>
          <p:nvSpPr>
            <p:cNvPr id="25" name="Google Shape;25;p5"/>
            <p:cNvSpPr/>
            <p:nvPr/>
          </p:nvSpPr>
          <p:spPr>
            <a:xfrm>
              <a:off x="0" y="0"/>
              <a:ext cx="6530122" cy="6858000"/>
            </a:xfrm>
            <a:custGeom>
              <a:rect b="b" l="l" r="r" t="t"/>
              <a:pathLst>
                <a:path extrusionOk="0" h="6858000" w="6530122">
                  <a:moveTo>
                    <a:pt x="0" y="0"/>
                  </a:moveTo>
                  <a:lnTo>
                    <a:pt x="6530122" y="0"/>
                  </a:lnTo>
                  <a:lnTo>
                    <a:pt x="481562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5"/>
            <p:cNvSpPr/>
            <p:nvPr/>
          </p:nvSpPr>
          <p:spPr>
            <a:xfrm rot="10800000">
              <a:off x="0" y="0"/>
              <a:ext cx="6229350" cy="4830336"/>
            </a:xfrm>
            <a:custGeom>
              <a:rect b="b" l="l" r="r" t="t"/>
              <a:pathLst>
                <a:path extrusionOk="0" h="4830336" w="6229350">
                  <a:moveTo>
                    <a:pt x="5998354" y="4830336"/>
                  </a:moveTo>
                  <a:lnTo>
                    <a:pt x="5887509" y="4830336"/>
                  </a:lnTo>
                  <a:lnTo>
                    <a:pt x="5891549" y="4815094"/>
                  </a:lnTo>
                  <a:cubicBezTo>
                    <a:pt x="5856361" y="4809864"/>
                    <a:pt x="5825927" y="4801939"/>
                    <a:pt x="5795336" y="4801304"/>
                  </a:cubicBezTo>
                  <a:cubicBezTo>
                    <a:pt x="5647448" y="4797818"/>
                    <a:pt x="5499561" y="4796867"/>
                    <a:pt x="5351832" y="4793854"/>
                  </a:cubicBezTo>
                  <a:cubicBezTo>
                    <a:pt x="5146090" y="4789575"/>
                    <a:pt x="4940507" y="4784661"/>
                    <a:pt x="4734764" y="4778479"/>
                  </a:cubicBezTo>
                  <a:cubicBezTo>
                    <a:pt x="4687846" y="4777052"/>
                    <a:pt x="4641246" y="4769444"/>
                    <a:pt x="4587195" y="4763897"/>
                  </a:cubicBezTo>
                  <a:cubicBezTo>
                    <a:pt x="4718755" y="4376030"/>
                    <a:pt x="4849365" y="3991334"/>
                    <a:pt x="4983937" y="3594432"/>
                  </a:cubicBezTo>
                  <a:cubicBezTo>
                    <a:pt x="4571185" y="3667662"/>
                    <a:pt x="4171272" y="3738673"/>
                    <a:pt x="3765969" y="3810635"/>
                  </a:cubicBezTo>
                  <a:cubicBezTo>
                    <a:pt x="3729671" y="3213541"/>
                    <a:pt x="3693690" y="2622784"/>
                    <a:pt x="3657708" y="2031870"/>
                  </a:cubicBezTo>
                  <a:cubicBezTo>
                    <a:pt x="3590502" y="2036785"/>
                    <a:pt x="2979458" y="2260438"/>
                    <a:pt x="2555926" y="2424492"/>
                  </a:cubicBezTo>
                  <a:cubicBezTo>
                    <a:pt x="2192787" y="2565247"/>
                    <a:pt x="1825842" y="2696015"/>
                    <a:pt x="1454461" y="2833440"/>
                  </a:cubicBezTo>
                  <a:cubicBezTo>
                    <a:pt x="970380" y="1959433"/>
                    <a:pt x="487567" y="1088438"/>
                    <a:pt x="0" y="209042"/>
                  </a:cubicBezTo>
                  <a:cubicBezTo>
                    <a:pt x="83058" y="190655"/>
                    <a:pt x="160568" y="169891"/>
                    <a:pt x="239346" y="156576"/>
                  </a:cubicBezTo>
                  <a:cubicBezTo>
                    <a:pt x="402767" y="129153"/>
                    <a:pt x="566663" y="103317"/>
                    <a:pt x="730876" y="81284"/>
                  </a:cubicBezTo>
                  <a:cubicBezTo>
                    <a:pt x="848330" y="65593"/>
                    <a:pt x="966576" y="53546"/>
                    <a:pt x="1084822" y="46572"/>
                  </a:cubicBezTo>
                  <a:cubicBezTo>
                    <a:pt x="1326862" y="31989"/>
                    <a:pt x="1569219" y="17565"/>
                    <a:pt x="1811578" y="11066"/>
                  </a:cubicBezTo>
                  <a:cubicBezTo>
                    <a:pt x="2114801" y="2982"/>
                    <a:pt x="2418342" y="-2407"/>
                    <a:pt x="2721725" y="1080"/>
                  </a:cubicBezTo>
                  <a:cubicBezTo>
                    <a:pt x="2990553" y="4091"/>
                    <a:pt x="3259380" y="18357"/>
                    <a:pt x="3527891" y="32306"/>
                  </a:cubicBezTo>
                  <a:cubicBezTo>
                    <a:pt x="3754080" y="44194"/>
                    <a:pt x="3980113" y="59887"/>
                    <a:pt x="4205826" y="79224"/>
                  </a:cubicBezTo>
                  <a:cubicBezTo>
                    <a:pt x="4452463" y="100305"/>
                    <a:pt x="4698467" y="127251"/>
                    <a:pt x="4944785" y="152137"/>
                  </a:cubicBezTo>
                  <a:cubicBezTo>
                    <a:pt x="5112011" y="169097"/>
                    <a:pt x="5279236" y="186851"/>
                    <a:pt x="5456288" y="205237"/>
                  </a:cubicBezTo>
                  <a:cubicBezTo>
                    <a:pt x="5195385" y="1099850"/>
                    <a:pt x="4937019" y="1985587"/>
                    <a:pt x="4676433" y="2878774"/>
                  </a:cubicBezTo>
                  <a:cubicBezTo>
                    <a:pt x="4750614" y="2889869"/>
                    <a:pt x="4821309" y="2883370"/>
                    <a:pt x="4891369" y="2884480"/>
                  </a:cubicBezTo>
                  <a:cubicBezTo>
                    <a:pt x="4965233" y="2885589"/>
                    <a:pt x="5039256" y="2884797"/>
                    <a:pt x="5113278" y="2884797"/>
                  </a:cubicBezTo>
                  <a:cubicBezTo>
                    <a:pt x="5184607" y="2884797"/>
                    <a:pt x="5255935" y="2884797"/>
                    <a:pt x="5327264" y="2884797"/>
                  </a:cubicBezTo>
                  <a:lnTo>
                    <a:pt x="5541248" y="2884797"/>
                  </a:lnTo>
                  <a:cubicBezTo>
                    <a:pt x="5612576" y="2884797"/>
                    <a:pt x="5683905" y="2884797"/>
                    <a:pt x="5755233" y="2884797"/>
                  </a:cubicBezTo>
                  <a:cubicBezTo>
                    <a:pt x="5829256" y="2884797"/>
                    <a:pt x="5903120" y="2884797"/>
                    <a:pt x="5977143" y="2884638"/>
                  </a:cubicBezTo>
                  <a:cubicBezTo>
                    <a:pt x="6048154" y="2884638"/>
                    <a:pt x="6119007" y="2884638"/>
                    <a:pt x="6204283" y="2884638"/>
                  </a:cubicBezTo>
                  <a:cubicBezTo>
                    <a:pt x="5958914" y="3282015"/>
                    <a:pt x="5720203" y="3668613"/>
                    <a:pt x="5474992" y="4065674"/>
                  </a:cubicBezTo>
                  <a:cubicBezTo>
                    <a:pt x="5677881" y="4090480"/>
                    <a:pt x="5877640" y="4114890"/>
                    <a:pt x="6076685" y="4139201"/>
                  </a:cubicBezTo>
                  <a:lnTo>
                    <a:pt x="6229350" y="4157839"/>
                  </a:lnTo>
                  <a:lnTo>
                    <a:pt x="6229350" y="4324854"/>
                  </a:lnTo>
                  <a:lnTo>
                    <a:pt x="5842768" y="4254990"/>
                  </a:lnTo>
                  <a:cubicBezTo>
                    <a:pt x="5655254" y="4222199"/>
                    <a:pt x="5466591" y="4189547"/>
                    <a:pt x="5275748" y="4154596"/>
                  </a:cubicBezTo>
                  <a:lnTo>
                    <a:pt x="5275590" y="4154596"/>
                  </a:lnTo>
                  <a:cubicBezTo>
                    <a:pt x="5383058" y="3966290"/>
                    <a:pt x="5484978" y="3787969"/>
                    <a:pt x="5586581" y="3609332"/>
                  </a:cubicBezTo>
                  <a:cubicBezTo>
                    <a:pt x="5686440" y="3433548"/>
                    <a:pt x="5785983" y="3257606"/>
                    <a:pt x="5891866" y="3070725"/>
                  </a:cubicBezTo>
                  <a:cubicBezTo>
                    <a:pt x="5394946" y="3019211"/>
                    <a:pt x="4909598" y="2988460"/>
                    <a:pt x="4421713" y="2938848"/>
                  </a:cubicBezTo>
                  <a:cubicBezTo>
                    <a:pt x="4670727" y="2073717"/>
                    <a:pt x="4917998" y="1214926"/>
                    <a:pt x="5166378" y="351539"/>
                  </a:cubicBezTo>
                  <a:cubicBezTo>
                    <a:pt x="5074286" y="338066"/>
                    <a:pt x="4991704" y="321106"/>
                    <a:pt x="4908329" y="314607"/>
                  </a:cubicBezTo>
                  <a:cubicBezTo>
                    <a:pt x="4674531" y="296221"/>
                    <a:pt x="4440575" y="277200"/>
                    <a:pt x="4206461" y="267848"/>
                  </a:cubicBezTo>
                  <a:cubicBezTo>
                    <a:pt x="3987562" y="259130"/>
                    <a:pt x="3768188" y="260715"/>
                    <a:pt x="3548973" y="260873"/>
                  </a:cubicBezTo>
                  <a:cubicBezTo>
                    <a:pt x="3306298" y="261032"/>
                    <a:pt x="3063625" y="263409"/>
                    <a:pt x="2820950" y="267371"/>
                  </a:cubicBezTo>
                  <a:cubicBezTo>
                    <a:pt x="2665454" y="269908"/>
                    <a:pt x="2509959" y="275931"/>
                    <a:pt x="2354463" y="282747"/>
                  </a:cubicBezTo>
                  <a:cubicBezTo>
                    <a:pt x="2138577" y="292099"/>
                    <a:pt x="1922849" y="302244"/>
                    <a:pt x="1707122" y="314765"/>
                  </a:cubicBezTo>
                  <a:cubicBezTo>
                    <a:pt x="1502014" y="326653"/>
                    <a:pt x="1297063" y="342345"/>
                    <a:pt x="1091955" y="355819"/>
                  </a:cubicBezTo>
                  <a:cubicBezTo>
                    <a:pt x="978940" y="363269"/>
                    <a:pt x="865607" y="368341"/>
                    <a:pt x="752592" y="376741"/>
                  </a:cubicBezTo>
                  <a:cubicBezTo>
                    <a:pt x="637357" y="385302"/>
                    <a:pt x="522282" y="396397"/>
                    <a:pt x="398645" y="407175"/>
                  </a:cubicBezTo>
                  <a:cubicBezTo>
                    <a:pt x="781598" y="1121249"/>
                    <a:pt x="1159954" y="1826762"/>
                    <a:pt x="1542749" y="2540362"/>
                  </a:cubicBezTo>
                  <a:cubicBezTo>
                    <a:pt x="1706329" y="2488530"/>
                    <a:pt x="1858812" y="2418628"/>
                    <a:pt x="2015576" y="2360614"/>
                  </a:cubicBezTo>
                  <a:cubicBezTo>
                    <a:pt x="2173607" y="2302126"/>
                    <a:pt x="2329895" y="2239040"/>
                    <a:pt x="2486817" y="2177698"/>
                  </a:cubicBezTo>
                  <a:cubicBezTo>
                    <a:pt x="2643739" y="2116355"/>
                    <a:pt x="2800661" y="2054538"/>
                    <a:pt x="2957583" y="1993037"/>
                  </a:cubicBezTo>
                  <a:cubicBezTo>
                    <a:pt x="3114664" y="1931537"/>
                    <a:pt x="3271744" y="1870035"/>
                    <a:pt x="3428825" y="1808693"/>
                  </a:cubicBezTo>
                  <a:cubicBezTo>
                    <a:pt x="3585271" y="1747668"/>
                    <a:pt x="3741718" y="1686960"/>
                    <a:pt x="3909259" y="1621655"/>
                  </a:cubicBezTo>
                  <a:cubicBezTo>
                    <a:pt x="3911161" y="1657953"/>
                    <a:pt x="3913064" y="1683156"/>
                    <a:pt x="3913698" y="1708358"/>
                  </a:cubicBezTo>
                  <a:cubicBezTo>
                    <a:pt x="3920197" y="2009046"/>
                    <a:pt x="3925903" y="2309892"/>
                    <a:pt x="3932877" y="2610581"/>
                  </a:cubicBezTo>
                  <a:cubicBezTo>
                    <a:pt x="3937157" y="2797777"/>
                    <a:pt x="3942546" y="2984973"/>
                    <a:pt x="3948251" y="3172170"/>
                  </a:cubicBezTo>
                  <a:cubicBezTo>
                    <a:pt x="3952214" y="3301195"/>
                    <a:pt x="3957604" y="3430378"/>
                    <a:pt x="3962676" y="3559402"/>
                  </a:cubicBezTo>
                  <a:cubicBezTo>
                    <a:pt x="3963153" y="3569388"/>
                    <a:pt x="3967115" y="3579058"/>
                    <a:pt x="3970602" y="3594116"/>
                  </a:cubicBezTo>
                  <a:cubicBezTo>
                    <a:pt x="4372100" y="3528811"/>
                    <a:pt x="4770904" y="3463981"/>
                    <a:pt x="5182230" y="3397250"/>
                  </a:cubicBezTo>
                  <a:cubicBezTo>
                    <a:pt x="5059386" y="3789713"/>
                    <a:pt x="4940348" y="4169496"/>
                    <a:pt x="4819566" y="4555302"/>
                  </a:cubicBezTo>
                  <a:cubicBezTo>
                    <a:pt x="5239767" y="4585893"/>
                    <a:pt x="5651410" y="4616009"/>
                    <a:pt x="6073198" y="4646759"/>
                  </a:cubicBezTo>
                  <a:close/>
                </a:path>
              </a:pathLst>
            </a:custGeom>
            <a:solidFill>
              <a:schemeClr val="dk1">
                <a:alpha val="274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5"/>
            <p:cNvSpPr/>
            <p:nvPr/>
          </p:nvSpPr>
          <p:spPr>
            <a:xfrm>
              <a:off x="7982396" y="3381104"/>
              <a:ext cx="4209605" cy="3476897"/>
            </a:xfrm>
            <a:custGeom>
              <a:rect b="b" l="l" r="r" t="t"/>
              <a:pathLst>
                <a:path extrusionOk="0" h="3476897" w="4209605">
                  <a:moveTo>
                    <a:pt x="4209605" y="3006662"/>
                  </a:moveTo>
                  <a:lnTo>
                    <a:pt x="4209605" y="3206484"/>
                  </a:lnTo>
                  <a:lnTo>
                    <a:pt x="4175600" y="3279042"/>
                  </a:lnTo>
                  <a:cubicBezTo>
                    <a:pt x="4173192" y="3212244"/>
                    <a:pt x="4186384" y="3148064"/>
                    <a:pt x="4197377" y="3083569"/>
                  </a:cubicBezTo>
                  <a:close/>
                  <a:moveTo>
                    <a:pt x="1797784" y="713"/>
                  </a:moveTo>
                  <a:cubicBezTo>
                    <a:pt x="1975354" y="2703"/>
                    <a:pt x="2152923" y="12126"/>
                    <a:pt x="2330283" y="21339"/>
                  </a:cubicBezTo>
                  <a:cubicBezTo>
                    <a:pt x="2479687" y="29191"/>
                    <a:pt x="2628989" y="39557"/>
                    <a:pt x="2778079" y="52330"/>
                  </a:cubicBezTo>
                  <a:cubicBezTo>
                    <a:pt x="2940991" y="66255"/>
                    <a:pt x="3103484" y="84053"/>
                    <a:pt x="3266185" y="100491"/>
                  </a:cubicBezTo>
                  <a:cubicBezTo>
                    <a:pt x="3376643" y="111694"/>
                    <a:pt x="3487101" y="123421"/>
                    <a:pt x="3604049" y="135565"/>
                  </a:cubicBezTo>
                  <a:cubicBezTo>
                    <a:pt x="3431714" y="726485"/>
                    <a:pt x="3261055" y="1311543"/>
                    <a:pt x="3088930" y="1901520"/>
                  </a:cubicBezTo>
                  <a:cubicBezTo>
                    <a:pt x="3137929" y="1908849"/>
                    <a:pt x="3184625" y="1904556"/>
                    <a:pt x="3230902" y="1905289"/>
                  </a:cubicBezTo>
                  <a:cubicBezTo>
                    <a:pt x="3279691" y="1906022"/>
                    <a:pt x="3328586" y="1905499"/>
                    <a:pt x="3377480" y="1905499"/>
                  </a:cubicBezTo>
                  <a:cubicBezTo>
                    <a:pt x="3424595" y="1905499"/>
                    <a:pt x="3471709" y="1905499"/>
                    <a:pt x="3518824" y="1905499"/>
                  </a:cubicBezTo>
                  <a:lnTo>
                    <a:pt x="3660167" y="1905499"/>
                  </a:lnTo>
                  <a:cubicBezTo>
                    <a:pt x="3707282" y="1905499"/>
                    <a:pt x="3754397" y="1905499"/>
                    <a:pt x="3801511" y="1905499"/>
                  </a:cubicBezTo>
                  <a:cubicBezTo>
                    <a:pt x="3850405" y="1905499"/>
                    <a:pt x="3899195" y="1905499"/>
                    <a:pt x="3948089" y="1905394"/>
                  </a:cubicBezTo>
                  <a:cubicBezTo>
                    <a:pt x="3994994" y="1905394"/>
                    <a:pt x="4041795" y="1905394"/>
                    <a:pt x="4098123" y="1905394"/>
                  </a:cubicBezTo>
                  <a:cubicBezTo>
                    <a:pt x="3936049" y="2167874"/>
                    <a:pt x="3778373" y="2423234"/>
                    <a:pt x="3616403" y="2685505"/>
                  </a:cubicBezTo>
                  <a:cubicBezTo>
                    <a:pt x="3750417" y="2701890"/>
                    <a:pt x="3882364" y="2718014"/>
                    <a:pt x="4013840" y="2734072"/>
                  </a:cubicBezTo>
                  <a:lnTo>
                    <a:pt x="4209605" y="2757971"/>
                  </a:lnTo>
                  <a:lnTo>
                    <a:pt x="4209605" y="2873857"/>
                  </a:lnTo>
                  <a:lnTo>
                    <a:pt x="3859331" y="2810554"/>
                  </a:lnTo>
                  <a:cubicBezTo>
                    <a:pt x="3735472" y="2788895"/>
                    <a:pt x="3610854" y="2767327"/>
                    <a:pt x="3484797" y="2744241"/>
                  </a:cubicBezTo>
                  <a:lnTo>
                    <a:pt x="3484692" y="2744241"/>
                  </a:lnTo>
                  <a:cubicBezTo>
                    <a:pt x="3555678" y="2619858"/>
                    <a:pt x="3622999" y="2502072"/>
                    <a:pt x="3690111" y="2384076"/>
                  </a:cubicBezTo>
                  <a:cubicBezTo>
                    <a:pt x="3756071" y="2267966"/>
                    <a:pt x="3821823" y="2151750"/>
                    <a:pt x="3891761" y="2028310"/>
                  </a:cubicBezTo>
                  <a:cubicBezTo>
                    <a:pt x="3563530" y="1994284"/>
                    <a:pt x="3242943" y="1973971"/>
                    <a:pt x="2920679" y="1941201"/>
                  </a:cubicBezTo>
                  <a:cubicBezTo>
                    <a:pt x="3085161" y="1369755"/>
                    <a:pt x="3248491" y="802497"/>
                    <a:pt x="3412554" y="232202"/>
                  </a:cubicBezTo>
                  <a:cubicBezTo>
                    <a:pt x="3351724" y="223304"/>
                    <a:pt x="3297177" y="212101"/>
                    <a:pt x="3242105" y="207808"/>
                  </a:cubicBezTo>
                  <a:cubicBezTo>
                    <a:pt x="3087674" y="195663"/>
                    <a:pt x="2933139" y="183099"/>
                    <a:pt x="2778499" y="176922"/>
                  </a:cubicBezTo>
                  <a:cubicBezTo>
                    <a:pt x="2633909" y="171163"/>
                    <a:pt x="2489006" y="172210"/>
                    <a:pt x="2344207" y="172315"/>
                  </a:cubicBezTo>
                  <a:cubicBezTo>
                    <a:pt x="2183913" y="172420"/>
                    <a:pt x="2023620" y="173990"/>
                    <a:pt x="1863326" y="176607"/>
                  </a:cubicBezTo>
                  <a:cubicBezTo>
                    <a:pt x="1760616" y="178283"/>
                    <a:pt x="1657906" y="182261"/>
                    <a:pt x="1555196" y="186763"/>
                  </a:cubicBezTo>
                  <a:cubicBezTo>
                    <a:pt x="1412597" y="192941"/>
                    <a:pt x="1270101" y="199642"/>
                    <a:pt x="1127607" y="207912"/>
                  </a:cubicBezTo>
                  <a:cubicBezTo>
                    <a:pt x="992127" y="215765"/>
                    <a:pt x="856751" y="226130"/>
                    <a:pt x="721271" y="235029"/>
                  </a:cubicBezTo>
                  <a:cubicBezTo>
                    <a:pt x="646620" y="239951"/>
                    <a:pt x="571761" y="243301"/>
                    <a:pt x="497110" y="248849"/>
                  </a:cubicBezTo>
                  <a:cubicBezTo>
                    <a:pt x="420994" y="254504"/>
                    <a:pt x="344983" y="261833"/>
                    <a:pt x="263318" y="268952"/>
                  </a:cubicBezTo>
                  <a:cubicBezTo>
                    <a:pt x="516270" y="740620"/>
                    <a:pt x="766186" y="1206634"/>
                    <a:pt x="1019034" y="1677988"/>
                  </a:cubicBezTo>
                  <a:cubicBezTo>
                    <a:pt x="1127084" y="1643752"/>
                    <a:pt x="1227803" y="1597579"/>
                    <a:pt x="1331351" y="1559260"/>
                  </a:cubicBezTo>
                  <a:cubicBezTo>
                    <a:pt x="1435735" y="1520626"/>
                    <a:pt x="1538969" y="1478956"/>
                    <a:pt x="1642620" y="1438437"/>
                  </a:cubicBezTo>
                  <a:cubicBezTo>
                    <a:pt x="1746273" y="1397919"/>
                    <a:pt x="1849924" y="1357086"/>
                    <a:pt x="1953576" y="1316463"/>
                  </a:cubicBezTo>
                  <a:cubicBezTo>
                    <a:pt x="2057333" y="1275840"/>
                    <a:pt x="2161089" y="1235217"/>
                    <a:pt x="2264846" y="1194698"/>
                  </a:cubicBezTo>
                  <a:cubicBezTo>
                    <a:pt x="2368184" y="1154389"/>
                    <a:pt x="2471522" y="1114290"/>
                    <a:pt x="2582188" y="1071154"/>
                  </a:cubicBezTo>
                  <a:cubicBezTo>
                    <a:pt x="2583444" y="1095130"/>
                    <a:pt x="2584701" y="1111777"/>
                    <a:pt x="2585119" y="1128424"/>
                  </a:cubicBezTo>
                  <a:cubicBezTo>
                    <a:pt x="2589413" y="1327038"/>
                    <a:pt x="2593181" y="1525756"/>
                    <a:pt x="2597788" y="1724370"/>
                  </a:cubicBezTo>
                  <a:cubicBezTo>
                    <a:pt x="2600615" y="1848019"/>
                    <a:pt x="2604175" y="1971668"/>
                    <a:pt x="2607943" y="2095318"/>
                  </a:cubicBezTo>
                  <a:cubicBezTo>
                    <a:pt x="2610561" y="2180542"/>
                    <a:pt x="2614121" y="2265872"/>
                    <a:pt x="2617471" y="2351096"/>
                  </a:cubicBezTo>
                  <a:cubicBezTo>
                    <a:pt x="2617786" y="2357692"/>
                    <a:pt x="2620403" y="2364080"/>
                    <a:pt x="2622706" y="2374026"/>
                  </a:cubicBezTo>
                  <a:cubicBezTo>
                    <a:pt x="2887908" y="2330890"/>
                    <a:pt x="3151331" y="2288067"/>
                    <a:pt x="3423025" y="2243990"/>
                  </a:cubicBezTo>
                  <a:cubicBezTo>
                    <a:pt x="3341883" y="2503224"/>
                    <a:pt x="3263254" y="2754082"/>
                    <a:pt x="3183474" y="3008919"/>
                  </a:cubicBezTo>
                  <a:cubicBezTo>
                    <a:pt x="3461030" y="3029126"/>
                    <a:pt x="3732933" y="3049019"/>
                    <a:pt x="4011537" y="3069330"/>
                  </a:cubicBezTo>
                  <a:lnTo>
                    <a:pt x="3845371" y="3476897"/>
                  </a:lnTo>
                  <a:lnTo>
                    <a:pt x="3812983" y="3476897"/>
                  </a:lnTo>
                  <a:lnTo>
                    <a:pt x="3891553" y="3180520"/>
                  </a:lnTo>
                  <a:cubicBezTo>
                    <a:pt x="3868309" y="3177066"/>
                    <a:pt x="3848207" y="3171831"/>
                    <a:pt x="3828000" y="3171411"/>
                  </a:cubicBezTo>
                  <a:cubicBezTo>
                    <a:pt x="3730315" y="3169109"/>
                    <a:pt x="3632632" y="3168480"/>
                    <a:pt x="3535052" y="3166490"/>
                  </a:cubicBezTo>
                  <a:cubicBezTo>
                    <a:pt x="3399153" y="3163664"/>
                    <a:pt x="3263359" y="3160418"/>
                    <a:pt x="3127459" y="3156335"/>
                  </a:cubicBezTo>
                  <a:cubicBezTo>
                    <a:pt x="3096469" y="3155392"/>
                    <a:pt x="3065688" y="3150367"/>
                    <a:pt x="3029985" y="3146703"/>
                  </a:cubicBezTo>
                  <a:cubicBezTo>
                    <a:pt x="3116885" y="2890505"/>
                    <a:pt x="3203157" y="2636401"/>
                    <a:pt x="3292046" y="2374235"/>
                  </a:cubicBezTo>
                  <a:cubicBezTo>
                    <a:pt x="3019411" y="2422606"/>
                    <a:pt x="2755255" y="2469511"/>
                    <a:pt x="2487540" y="2517044"/>
                  </a:cubicBezTo>
                  <a:cubicBezTo>
                    <a:pt x="2463565" y="2122644"/>
                    <a:pt x="2439798" y="1732431"/>
                    <a:pt x="2416031" y="1342114"/>
                  </a:cubicBezTo>
                  <a:cubicBezTo>
                    <a:pt x="2371639" y="1345360"/>
                    <a:pt x="1968025" y="1493090"/>
                    <a:pt x="1688269" y="1601453"/>
                  </a:cubicBezTo>
                  <a:cubicBezTo>
                    <a:pt x="1448404" y="1694426"/>
                    <a:pt x="1206026" y="1780802"/>
                    <a:pt x="960717" y="1871576"/>
                  </a:cubicBezTo>
                  <a:cubicBezTo>
                    <a:pt x="640966" y="1294267"/>
                    <a:pt x="322054" y="718948"/>
                    <a:pt x="0" y="138079"/>
                  </a:cubicBezTo>
                  <a:cubicBezTo>
                    <a:pt x="54862" y="125933"/>
                    <a:pt x="106060" y="112218"/>
                    <a:pt x="158095" y="103423"/>
                  </a:cubicBezTo>
                  <a:cubicBezTo>
                    <a:pt x="266040" y="85310"/>
                    <a:pt x="374298" y="68244"/>
                    <a:pt x="482766" y="53691"/>
                  </a:cubicBezTo>
                  <a:cubicBezTo>
                    <a:pt x="560348" y="43326"/>
                    <a:pt x="638454" y="35369"/>
                    <a:pt x="716559" y="30762"/>
                  </a:cubicBezTo>
                  <a:cubicBezTo>
                    <a:pt x="876434" y="21129"/>
                    <a:pt x="1036518" y="11602"/>
                    <a:pt x="1196604" y="7309"/>
                  </a:cubicBezTo>
                  <a:cubicBezTo>
                    <a:pt x="1396892" y="1970"/>
                    <a:pt x="1597391" y="-1590"/>
                    <a:pt x="1797784" y="71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" name="Google Shape;28;p5"/>
          <p:cNvGrpSpPr/>
          <p:nvPr/>
        </p:nvGrpSpPr>
        <p:grpSpPr>
          <a:xfrm flipH="1">
            <a:off x="57385" y="2352818"/>
            <a:ext cx="4770353" cy="4474517"/>
            <a:chOff x="1061225" y="2070744"/>
            <a:chExt cx="4914900" cy="4610100"/>
          </a:xfrm>
        </p:grpSpPr>
        <p:sp>
          <p:nvSpPr>
            <p:cNvPr id="29" name="Google Shape;29;p5"/>
            <p:cNvSpPr/>
            <p:nvPr/>
          </p:nvSpPr>
          <p:spPr>
            <a:xfrm>
              <a:off x="1159591" y="5890779"/>
              <a:ext cx="4718168" cy="790065"/>
            </a:xfrm>
            <a:prstGeom prst="ellipse">
              <a:avLst/>
            </a:prstGeom>
            <a:solidFill>
              <a:schemeClr val="dk1">
                <a:alpha val="2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" name="Google Shape;30;p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61225" y="2070744"/>
              <a:ext cx="4914900" cy="4610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5"/>
          <p:cNvSpPr txBox="1"/>
          <p:nvPr>
            <p:ph type="title"/>
          </p:nvPr>
        </p:nvSpPr>
        <p:spPr>
          <a:xfrm>
            <a:off x="249493" y="572940"/>
            <a:ext cx="5846507" cy="1422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uckiest Guy"/>
              <a:buNone/>
              <a:defRPr b="0" sz="4800">
                <a:solidFill>
                  <a:schemeClr val="lt1"/>
                </a:solidFill>
                <a:latin typeface="Luckiest Guy"/>
                <a:ea typeface="Luckiest Guy"/>
                <a:cs typeface="Luckiest Guy"/>
                <a:sym typeface="Luckiest Gu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lement-Slide">
  <p:cSld name="2_Element-Slid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6"/>
          <p:cNvGrpSpPr/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sp>
          <p:nvSpPr>
            <p:cNvPr id="34" name="Google Shape;34;p6"/>
            <p:cNvSpPr/>
            <p:nvPr/>
          </p:nvSpPr>
          <p:spPr>
            <a:xfrm rot="10800000">
              <a:off x="0" y="0"/>
              <a:ext cx="4124976" cy="3607791"/>
            </a:xfrm>
            <a:custGeom>
              <a:rect b="b" l="l" r="r" t="t"/>
              <a:pathLst>
                <a:path extrusionOk="0" h="3607791" w="4124976">
                  <a:moveTo>
                    <a:pt x="3792004" y="3607791"/>
                  </a:moveTo>
                  <a:lnTo>
                    <a:pt x="3778283" y="3607791"/>
                  </a:lnTo>
                  <a:lnTo>
                    <a:pt x="3891552" y="3180520"/>
                  </a:lnTo>
                  <a:cubicBezTo>
                    <a:pt x="3868309" y="3177065"/>
                    <a:pt x="3848207" y="3171831"/>
                    <a:pt x="3828000" y="3171411"/>
                  </a:cubicBezTo>
                  <a:cubicBezTo>
                    <a:pt x="3730315" y="3169108"/>
                    <a:pt x="3632632" y="3168480"/>
                    <a:pt x="3535052" y="3166490"/>
                  </a:cubicBezTo>
                  <a:cubicBezTo>
                    <a:pt x="3399153" y="3163664"/>
                    <a:pt x="3263359" y="3160418"/>
                    <a:pt x="3127459" y="3156335"/>
                  </a:cubicBezTo>
                  <a:cubicBezTo>
                    <a:pt x="3096469" y="3155392"/>
                    <a:pt x="3065688" y="3150367"/>
                    <a:pt x="3029985" y="3146703"/>
                  </a:cubicBezTo>
                  <a:cubicBezTo>
                    <a:pt x="3116885" y="2890505"/>
                    <a:pt x="3203157" y="2636401"/>
                    <a:pt x="3292046" y="2374235"/>
                  </a:cubicBezTo>
                  <a:cubicBezTo>
                    <a:pt x="3019411" y="2422606"/>
                    <a:pt x="2755255" y="2469510"/>
                    <a:pt x="2487540" y="2517044"/>
                  </a:cubicBezTo>
                  <a:cubicBezTo>
                    <a:pt x="2463564" y="2122644"/>
                    <a:pt x="2439798" y="1732431"/>
                    <a:pt x="2416030" y="1342114"/>
                  </a:cubicBezTo>
                  <a:cubicBezTo>
                    <a:pt x="2371639" y="1345360"/>
                    <a:pt x="1968025" y="1493090"/>
                    <a:pt x="1688269" y="1601453"/>
                  </a:cubicBezTo>
                  <a:cubicBezTo>
                    <a:pt x="1448404" y="1694426"/>
                    <a:pt x="1206026" y="1780802"/>
                    <a:pt x="960717" y="1871576"/>
                  </a:cubicBezTo>
                  <a:cubicBezTo>
                    <a:pt x="640966" y="1294267"/>
                    <a:pt x="322053" y="718948"/>
                    <a:pt x="0" y="138079"/>
                  </a:cubicBezTo>
                  <a:cubicBezTo>
                    <a:pt x="54862" y="125933"/>
                    <a:pt x="106060" y="112218"/>
                    <a:pt x="158095" y="103423"/>
                  </a:cubicBezTo>
                  <a:cubicBezTo>
                    <a:pt x="266040" y="85310"/>
                    <a:pt x="374298" y="68244"/>
                    <a:pt x="482766" y="53691"/>
                  </a:cubicBezTo>
                  <a:cubicBezTo>
                    <a:pt x="560348" y="43326"/>
                    <a:pt x="638453" y="35369"/>
                    <a:pt x="716559" y="30762"/>
                  </a:cubicBezTo>
                  <a:cubicBezTo>
                    <a:pt x="876434" y="21129"/>
                    <a:pt x="1036518" y="11602"/>
                    <a:pt x="1196604" y="7309"/>
                  </a:cubicBezTo>
                  <a:cubicBezTo>
                    <a:pt x="1396892" y="1970"/>
                    <a:pt x="1597391" y="-1590"/>
                    <a:pt x="1797784" y="713"/>
                  </a:cubicBezTo>
                  <a:cubicBezTo>
                    <a:pt x="1975354" y="2703"/>
                    <a:pt x="2152922" y="12126"/>
                    <a:pt x="2330282" y="21339"/>
                  </a:cubicBezTo>
                  <a:cubicBezTo>
                    <a:pt x="2479687" y="29191"/>
                    <a:pt x="2628989" y="39557"/>
                    <a:pt x="2778079" y="52330"/>
                  </a:cubicBezTo>
                  <a:cubicBezTo>
                    <a:pt x="2940991" y="66255"/>
                    <a:pt x="3103484" y="84053"/>
                    <a:pt x="3266185" y="100491"/>
                  </a:cubicBezTo>
                  <a:cubicBezTo>
                    <a:pt x="3376643" y="111694"/>
                    <a:pt x="3487100" y="123421"/>
                    <a:pt x="3604049" y="135565"/>
                  </a:cubicBezTo>
                  <a:cubicBezTo>
                    <a:pt x="3431714" y="726485"/>
                    <a:pt x="3261055" y="1311543"/>
                    <a:pt x="3088930" y="1901520"/>
                  </a:cubicBezTo>
                  <a:cubicBezTo>
                    <a:pt x="3137929" y="1908849"/>
                    <a:pt x="3184625" y="1904556"/>
                    <a:pt x="3230902" y="1905289"/>
                  </a:cubicBezTo>
                  <a:cubicBezTo>
                    <a:pt x="3279691" y="1906022"/>
                    <a:pt x="3328586" y="1905499"/>
                    <a:pt x="3377480" y="1905499"/>
                  </a:cubicBezTo>
                  <a:cubicBezTo>
                    <a:pt x="3424595" y="1905499"/>
                    <a:pt x="3471709" y="1905499"/>
                    <a:pt x="3518824" y="1905499"/>
                  </a:cubicBezTo>
                  <a:lnTo>
                    <a:pt x="3660167" y="1905499"/>
                  </a:lnTo>
                  <a:cubicBezTo>
                    <a:pt x="3707282" y="1905499"/>
                    <a:pt x="3754397" y="1905499"/>
                    <a:pt x="3801511" y="1905499"/>
                  </a:cubicBezTo>
                  <a:cubicBezTo>
                    <a:pt x="3850405" y="1905499"/>
                    <a:pt x="3899195" y="1905499"/>
                    <a:pt x="3948089" y="1905394"/>
                  </a:cubicBezTo>
                  <a:cubicBezTo>
                    <a:pt x="3994994" y="1905394"/>
                    <a:pt x="4041795" y="1905394"/>
                    <a:pt x="4098122" y="1905394"/>
                  </a:cubicBezTo>
                  <a:cubicBezTo>
                    <a:pt x="3936049" y="2167873"/>
                    <a:pt x="3778373" y="2423234"/>
                    <a:pt x="3616403" y="2685505"/>
                  </a:cubicBezTo>
                  <a:cubicBezTo>
                    <a:pt x="3750417" y="2701890"/>
                    <a:pt x="3882364" y="2718013"/>
                    <a:pt x="4013840" y="2734072"/>
                  </a:cubicBezTo>
                  <a:lnTo>
                    <a:pt x="4124976" y="2747639"/>
                  </a:lnTo>
                  <a:lnTo>
                    <a:pt x="4124976" y="2858562"/>
                  </a:lnTo>
                  <a:lnTo>
                    <a:pt x="3859331" y="2810554"/>
                  </a:lnTo>
                  <a:cubicBezTo>
                    <a:pt x="3735472" y="2788894"/>
                    <a:pt x="3610854" y="2767326"/>
                    <a:pt x="3484797" y="2744240"/>
                  </a:cubicBezTo>
                  <a:lnTo>
                    <a:pt x="3484692" y="2744240"/>
                  </a:lnTo>
                  <a:cubicBezTo>
                    <a:pt x="3555678" y="2619858"/>
                    <a:pt x="3622999" y="2502072"/>
                    <a:pt x="3690111" y="2384076"/>
                  </a:cubicBezTo>
                  <a:cubicBezTo>
                    <a:pt x="3756071" y="2267966"/>
                    <a:pt x="3821823" y="2151750"/>
                    <a:pt x="3891761" y="2028310"/>
                  </a:cubicBezTo>
                  <a:cubicBezTo>
                    <a:pt x="3563530" y="1994283"/>
                    <a:pt x="3242943" y="1973971"/>
                    <a:pt x="2920679" y="1941201"/>
                  </a:cubicBezTo>
                  <a:cubicBezTo>
                    <a:pt x="3085161" y="1369755"/>
                    <a:pt x="3248491" y="802497"/>
                    <a:pt x="3412554" y="232202"/>
                  </a:cubicBezTo>
                  <a:cubicBezTo>
                    <a:pt x="3351724" y="223303"/>
                    <a:pt x="3297177" y="212101"/>
                    <a:pt x="3242105" y="207807"/>
                  </a:cubicBezTo>
                  <a:cubicBezTo>
                    <a:pt x="3087674" y="195663"/>
                    <a:pt x="2933138" y="183099"/>
                    <a:pt x="2778499" y="176922"/>
                  </a:cubicBezTo>
                  <a:cubicBezTo>
                    <a:pt x="2633909" y="171163"/>
                    <a:pt x="2489006" y="172210"/>
                    <a:pt x="2344207" y="172315"/>
                  </a:cubicBezTo>
                  <a:cubicBezTo>
                    <a:pt x="2183913" y="172420"/>
                    <a:pt x="2023620" y="173990"/>
                    <a:pt x="1863326" y="176607"/>
                  </a:cubicBezTo>
                  <a:cubicBezTo>
                    <a:pt x="1760616" y="178283"/>
                    <a:pt x="1657906" y="182261"/>
                    <a:pt x="1555196" y="186763"/>
                  </a:cubicBezTo>
                  <a:cubicBezTo>
                    <a:pt x="1412597" y="192941"/>
                    <a:pt x="1270101" y="199642"/>
                    <a:pt x="1127607" y="207912"/>
                  </a:cubicBezTo>
                  <a:cubicBezTo>
                    <a:pt x="992127" y="215765"/>
                    <a:pt x="856751" y="226130"/>
                    <a:pt x="721270" y="235029"/>
                  </a:cubicBezTo>
                  <a:cubicBezTo>
                    <a:pt x="646620" y="239951"/>
                    <a:pt x="571760" y="243301"/>
                    <a:pt x="497111" y="248849"/>
                  </a:cubicBezTo>
                  <a:cubicBezTo>
                    <a:pt x="420995" y="254504"/>
                    <a:pt x="344983" y="261833"/>
                    <a:pt x="263317" y="268952"/>
                  </a:cubicBezTo>
                  <a:cubicBezTo>
                    <a:pt x="516270" y="740620"/>
                    <a:pt x="766186" y="1206634"/>
                    <a:pt x="1019034" y="1677988"/>
                  </a:cubicBezTo>
                  <a:cubicBezTo>
                    <a:pt x="1127083" y="1643752"/>
                    <a:pt x="1227803" y="1597579"/>
                    <a:pt x="1331351" y="1559259"/>
                  </a:cubicBezTo>
                  <a:cubicBezTo>
                    <a:pt x="1435735" y="1520626"/>
                    <a:pt x="1538969" y="1478956"/>
                    <a:pt x="1642620" y="1438437"/>
                  </a:cubicBezTo>
                  <a:cubicBezTo>
                    <a:pt x="1746272" y="1397919"/>
                    <a:pt x="1849924" y="1357086"/>
                    <a:pt x="1953576" y="1316463"/>
                  </a:cubicBezTo>
                  <a:cubicBezTo>
                    <a:pt x="2057333" y="1275840"/>
                    <a:pt x="2161089" y="1235217"/>
                    <a:pt x="2264846" y="1194698"/>
                  </a:cubicBezTo>
                  <a:cubicBezTo>
                    <a:pt x="2368184" y="1154389"/>
                    <a:pt x="2471522" y="1114290"/>
                    <a:pt x="2582188" y="1071154"/>
                  </a:cubicBezTo>
                  <a:cubicBezTo>
                    <a:pt x="2583444" y="1095130"/>
                    <a:pt x="2584701" y="1111777"/>
                    <a:pt x="2585119" y="1128424"/>
                  </a:cubicBezTo>
                  <a:cubicBezTo>
                    <a:pt x="2589413" y="1327038"/>
                    <a:pt x="2593181" y="1525756"/>
                    <a:pt x="2597788" y="1724370"/>
                  </a:cubicBezTo>
                  <a:cubicBezTo>
                    <a:pt x="2600615" y="1848019"/>
                    <a:pt x="2604174" y="1971668"/>
                    <a:pt x="2607943" y="2095317"/>
                  </a:cubicBezTo>
                  <a:cubicBezTo>
                    <a:pt x="2610561" y="2180542"/>
                    <a:pt x="2614121" y="2265872"/>
                    <a:pt x="2617471" y="2351096"/>
                  </a:cubicBezTo>
                  <a:cubicBezTo>
                    <a:pt x="2617786" y="2357692"/>
                    <a:pt x="2620403" y="2364080"/>
                    <a:pt x="2622706" y="2374026"/>
                  </a:cubicBezTo>
                  <a:cubicBezTo>
                    <a:pt x="2887908" y="2330890"/>
                    <a:pt x="3151331" y="2288067"/>
                    <a:pt x="3423025" y="2243990"/>
                  </a:cubicBezTo>
                  <a:cubicBezTo>
                    <a:pt x="3341883" y="2503224"/>
                    <a:pt x="3263254" y="2754082"/>
                    <a:pt x="3183474" y="3008919"/>
                  </a:cubicBezTo>
                  <a:cubicBezTo>
                    <a:pt x="3461030" y="3029125"/>
                    <a:pt x="3732933" y="3049018"/>
                    <a:pt x="4011537" y="3069330"/>
                  </a:cubicBezTo>
                  <a:close/>
                </a:path>
              </a:pathLst>
            </a:custGeom>
            <a:solidFill>
              <a:schemeClr val="dk1">
                <a:alpha val="196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6"/>
            <p:cNvSpPr/>
            <p:nvPr/>
          </p:nvSpPr>
          <p:spPr>
            <a:xfrm>
              <a:off x="323849" y="196850"/>
              <a:ext cx="11665347" cy="552450"/>
            </a:xfrm>
            <a:prstGeom prst="trapezoid">
              <a:avLst>
                <a:gd fmla="val 25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" name="Google Shape;36;p6"/>
            <p:cNvGrpSpPr/>
            <p:nvPr/>
          </p:nvGrpSpPr>
          <p:grpSpPr>
            <a:xfrm>
              <a:off x="33353" y="155785"/>
              <a:ext cx="629886" cy="642542"/>
              <a:chOff x="2699839" y="1370599"/>
              <a:chExt cx="943754" cy="943752"/>
            </a:xfrm>
          </p:grpSpPr>
          <p:sp>
            <p:nvSpPr>
              <p:cNvPr id="37" name="Google Shape;37;p6"/>
              <p:cNvSpPr/>
              <p:nvPr/>
            </p:nvSpPr>
            <p:spPr>
              <a:xfrm>
                <a:off x="2699839" y="1370599"/>
                <a:ext cx="943754" cy="943750"/>
              </a:xfrm>
              <a:custGeom>
                <a:rect b="b" l="l" r="r" t="t"/>
                <a:pathLst>
                  <a:path extrusionOk="0" h="943750" w="943754">
                    <a:moveTo>
                      <a:pt x="906656" y="288198"/>
                    </a:moveTo>
                    <a:cubicBezTo>
                      <a:pt x="882893" y="232008"/>
                      <a:pt x="848882" y="181534"/>
                      <a:pt x="805564" y="138203"/>
                    </a:cubicBezTo>
                    <a:cubicBezTo>
                      <a:pt x="762216" y="94885"/>
                      <a:pt x="711731" y="60857"/>
                      <a:pt x="655567" y="37097"/>
                    </a:cubicBezTo>
                    <a:cubicBezTo>
                      <a:pt x="597392" y="12487"/>
                      <a:pt x="535583" y="0"/>
                      <a:pt x="471876" y="0"/>
                    </a:cubicBezTo>
                    <a:cubicBezTo>
                      <a:pt x="408182" y="0"/>
                      <a:pt x="346377" y="12485"/>
                      <a:pt x="288198" y="37097"/>
                    </a:cubicBezTo>
                    <a:cubicBezTo>
                      <a:pt x="232008" y="60857"/>
                      <a:pt x="181534" y="94887"/>
                      <a:pt x="138201" y="138203"/>
                    </a:cubicBezTo>
                    <a:cubicBezTo>
                      <a:pt x="94885" y="181534"/>
                      <a:pt x="60857" y="232008"/>
                      <a:pt x="37095" y="288198"/>
                    </a:cubicBezTo>
                    <a:cubicBezTo>
                      <a:pt x="12487" y="346377"/>
                      <a:pt x="0" y="408184"/>
                      <a:pt x="0" y="471876"/>
                    </a:cubicBezTo>
                    <a:cubicBezTo>
                      <a:pt x="0" y="535582"/>
                      <a:pt x="12485" y="597390"/>
                      <a:pt x="37097" y="655567"/>
                    </a:cubicBezTo>
                    <a:cubicBezTo>
                      <a:pt x="60857" y="711732"/>
                      <a:pt x="94887" y="762216"/>
                      <a:pt x="138203" y="805535"/>
                    </a:cubicBezTo>
                    <a:cubicBezTo>
                      <a:pt x="181534" y="848882"/>
                      <a:pt x="232008" y="882893"/>
                      <a:pt x="288200" y="906654"/>
                    </a:cubicBezTo>
                    <a:cubicBezTo>
                      <a:pt x="346379" y="931251"/>
                      <a:pt x="408184" y="943751"/>
                      <a:pt x="471878" y="943751"/>
                    </a:cubicBezTo>
                    <a:cubicBezTo>
                      <a:pt x="535585" y="943751"/>
                      <a:pt x="597394" y="931251"/>
                      <a:pt x="655569" y="906654"/>
                    </a:cubicBezTo>
                    <a:cubicBezTo>
                      <a:pt x="711733" y="882891"/>
                      <a:pt x="762218" y="848880"/>
                      <a:pt x="805566" y="805535"/>
                    </a:cubicBezTo>
                    <a:cubicBezTo>
                      <a:pt x="848884" y="762216"/>
                      <a:pt x="882895" y="711730"/>
                      <a:pt x="906657" y="655567"/>
                    </a:cubicBezTo>
                    <a:cubicBezTo>
                      <a:pt x="931255" y="597390"/>
                      <a:pt x="943754" y="535582"/>
                      <a:pt x="943754" y="471876"/>
                    </a:cubicBezTo>
                    <a:cubicBezTo>
                      <a:pt x="943753" y="408184"/>
                      <a:pt x="931253" y="346377"/>
                      <a:pt x="906656" y="288198"/>
                    </a:cubicBezTo>
                    <a:close/>
                  </a:path>
                </a:pathLst>
              </a:custGeom>
              <a:gradFill>
                <a:gsLst>
                  <a:gs pos="0">
                    <a:srgbClr val="E8283A"/>
                  </a:gs>
                  <a:gs pos="47000">
                    <a:srgbClr val="E8283A"/>
                  </a:gs>
                  <a:gs pos="69000">
                    <a:srgbClr val="BB202F"/>
                  </a:gs>
                  <a:gs pos="100000">
                    <a:srgbClr val="BB202F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  <a:effectLst>
                <a:outerShdw blurRad="533400" rotWithShape="0" algn="br" dir="13500000" dist="38100">
                  <a:srgbClr val="000000">
                    <a:alpha val="2392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6"/>
              <p:cNvSpPr/>
              <p:nvPr/>
            </p:nvSpPr>
            <p:spPr>
              <a:xfrm>
                <a:off x="2700027" y="1855724"/>
                <a:ext cx="943393" cy="458626"/>
              </a:xfrm>
              <a:custGeom>
                <a:rect b="b" l="l" r="r" t="t"/>
                <a:pathLst>
                  <a:path extrusionOk="0" h="458626" w="943393">
                    <a:moveTo>
                      <a:pt x="0" y="0"/>
                    </a:moveTo>
                    <a:cubicBezTo>
                      <a:pt x="1613" y="59012"/>
                      <a:pt x="13996" y="116299"/>
                      <a:pt x="36909" y="170443"/>
                    </a:cubicBezTo>
                    <a:cubicBezTo>
                      <a:pt x="60669" y="226607"/>
                      <a:pt x="94699" y="277092"/>
                      <a:pt x="138015" y="320410"/>
                    </a:cubicBezTo>
                    <a:cubicBezTo>
                      <a:pt x="181346" y="363758"/>
                      <a:pt x="231820" y="397769"/>
                      <a:pt x="288012" y="421530"/>
                    </a:cubicBezTo>
                    <a:cubicBezTo>
                      <a:pt x="346191" y="446127"/>
                      <a:pt x="407996" y="458626"/>
                      <a:pt x="471690" y="458626"/>
                    </a:cubicBezTo>
                    <a:cubicBezTo>
                      <a:pt x="535397" y="458626"/>
                      <a:pt x="597206" y="446127"/>
                      <a:pt x="655381" y="421530"/>
                    </a:cubicBezTo>
                    <a:cubicBezTo>
                      <a:pt x="711545" y="397767"/>
                      <a:pt x="762030" y="363756"/>
                      <a:pt x="805378" y="320410"/>
                    </a:cubicBezTo>
                    <a:cubicBezTo>
                      <a:pt x="848696" y="277092"/>
                      <a:pt x="882707" y="226605"/>
                      <a:pt x="906469" y="170443"/>
                    </a:cubicBezTo>
                    <a:cubicBezTo>
                      <a:pt x="929397" y="116299"/>
                      <a:pt x="941780" y="59012"/>
                      <a:pt x="943393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7000">
                    <a:schemeClr val="lt2"/>
                  </a:gs>
                  <a:gs pos="100000">
                    <a:srgbClr val="D0CECE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6"/>
              <p:cNvSpPr/>
              <p:nvPr/>
            </p:nvSpPr>
            <p:spPr>
              <a:xfrm>
                <a:off x="2699839" y="1790330"/>
                <a:ext cx="943752" cy="130770"/>
              </a:xfrm>
              <a:custGeom>
                <a:rect b="b" l="l" r="r" t="t"/>
                <a:pathLst>
                  <a:path extrusionOk="0" h="130770" w="943752">
                    <a:moveTo>
                      <a:pt x="941506" y="98631"/>
                    </a:moveTo>
                    <a:cubicBezTo>
                      <a:pt x="943002" y="83250"/>
                      <a:pt x="943753" y="67755"/>
                      <a:pt x="943753" y="52146"/>
                    </a:cubicBezTo>
                    <a:cubicBezTo>
                      <a:pt x="943753" y="34605"/>
                      <a:pt x="942801" y="17209"/>
                      <a:pt x="940930" y="0"/>
                    </a:cubicBezTo>
                    <a:cubicBezTo>
                      <a:pt x="917485" y="3615"/>
                      <a:pt x="883817" y="8324"/>
                      <a:pt x="841395" y="13003"/>
                    </a:cubicBezTo>
                    <a:cubicBezTo>
                      <a:pt x="760863" y="21888"/>
                      <a:pt x="631433" y="32487"/>
                      <a:pt x="471876" y="32487"/>
                    </a:cubicBezTo>
                    <a:cubicBezTo>
                      <a:pt x="312333" y="32487"/>
                      <a:pt x="182887" y="21888"/>
                      <a:pt x="102373" y="13003"/>
                    </a:cubicBezTo>
                    <a:cubicBezTo>
                      <a:pt x="59936" y="8323"/>
                      <a:pt x="26280" y="3615"/>
                      <a:pt x="2837" y="0"/>
                    </a:cubicBezTo>
                    <a:cubicBezTo>
                      <a:pt x="951" y="17209"/>
                      <a:pt x="0" y="34607"/>
                      <a:pt x="0" y="52146"/>
                    </a:cubicBezTo>
                    <a:cubicBezTo>
                      <a:pt x="0" y="67755"/>
                      <a:pt x="748" y="83252"/>
                      <a:pt x="2247" y="98631"/>
                    </a:cubicBezTo>
                    <a:cubicBezTo>
                      <a:pt x="78800" y="110152"/>
                      <a:pt x="247459" y="130771"/>
                      <a:pt x="471876" y="130771"/>
                    </a:cubicBezTo>
                    <a:cubicBezTo>
                      <a:pt x="696294" y="130771"/>
                      <a:pt x="864950" y="110152"/>
                      <a:pt x="941506" y="98631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6"/>
              <p:cNvSpPr/>
              <p:nvPr/>
            </p:nvSpPr>
            <p:spPr>
              <a:xfrm>
                <a:off x="3073403" y="1763832"/>
                <a:ext cx="196638" cy="196610"/>
              </a:xfrm>
              <a:custGeom>
                <a:rect b="b" l="l" r="r" t="t"/>
                <a:pathLst>
                  <a:path extrusionOk="0" h="196610" w="196638">
                    <a:moveTo>
                      <a:pt x="196638" y="98299"/>
                    </a:moveTo>
                    <a:cubicBezTo>
                      <a:pt x="196638" y="152601"/>
                      <a:pt x="152600" y="196611"/>
                      <a:pt x="98312" y="196611"/>
                    </a:cubicBezTo>
                    <a:cubicBezTo>
                      <a:pt x="44022" y="196611"/>
                      <a:pt x="0" y="152601"/>
                      <a:pt x="0" y="98299"/>
                    </a:cubicBezTo>
                    <a:cubicBezTo>
                      <a:pt x="0" y="44008"/>
                      <a:pt x="44022" y="0"/>
                      <a:pt x="98312" y="0"/>
                    </a:cubicBezTo>
                    <a:cubicBezTo>
                      <a:pt x="152600" y="2"/>
                      <a:pt x="196638" y="44009"/>
                      <a:pt x="196638" y="9829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7000">
                    <a:schemeClr val="lt2"/>
                  </a:gs>
                  <a:gs pos="100000">
                    <a:srgbClr val="D0CECE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6"/>
              <p:cNvSpPr/>
              <p:nvPr/>
            </p:nvSpPr>
            <p:spPr>
              <a:xfrm>
                <a:off x="2994761" y="1685179"/>
                <a:ext cx="353905" cy="353890"/>
              </a:xfrm>
              <a:custGeom>
                <a:rect b="b" l="l" r="r" t="t"/>
                <a:pathLst>
                  <a:path extrusionOk="0" h="353890" w="353905">
                    <a:moveTo>
                      <a:pt x="176954" y="0"/>
                    </a:moveTo>
                    <a:cubicBezTo>
                      <a:pt x="79375" y="0"/>
                      <a:pt x="0" y="79390"/>
                      <a:pt x="0" y="176954"/>
                    </a:cubicBezTo>
                    <a:cubicBezTo>
                      <a:pt x="0" y="274517"/>
                      <a:pt x="79377" y="353891"/>
                      <a:pt x="176954" y="353891"/>
                    </a:cubicBezTo>
                    <a:cubicBezTo>
                      <a:pt x="274530" y="353891"/>
                      <a:pt x="353905" y="274515"/>
                      <a:pt x="353905" y="176954"/>
                    </a:cubicBezTo>
                    <a:cubicBezTo>
                      <a:pt x="353905" y="79390"/>
                      <a:pt x="274532" y="0"/>
                      <a:pt x="176954" y="0"/>
                    </a:cubicBezTo>
                    <a:close/>
                    <a:moveTo>
                      <a:pt x="176954" y="255623"/>
                    </a:moveTo>
                    <a:cubicBezTo>
                      <a:pt x="133595" y="255623"/>
                      <a:pt x="98312" y="220312"/>
                      <a:pt x="98312" y="176954"/>
                    </a:cubicBezTo>
                    <a:cubicBezTo>
                      <a:pt x="98312" y="133593"/>
                      <a:pt x="133593" y="98312"/>
                      <a:pt x="176954" y="98312"/>
                    </a:cubicBezTo>
                    <a:cubicBezTo>
                      <a:pt x="220329" y="98312"/>
                      <a:pt x="255579" y="133593"/>
                      <a:pt x="255579" y="176954"/>
                    </a:cubicBezTo>
                    <a:cubicBezTo>
                      <a:pt x="255579" y="220310"/>
                      <a:pt x="220329" y="255623"/>
                      <a:pt x="176954" y="255623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6"/>
              <p:cNvSpPr/>
              <p:nvPr/>
            </p:nvSpPr>
            <p:spPr>
              <a:xfrm>
                <a:off x="3152058" y="1370599"/>
                <a:ext cx="491533" cy="943752"/>
              </a:xfrm>
              <a:custGeom>
                <a:rect b="b" l="l" r="r" t="t"/>
                <a:pathLst>
                  <a:path extrusionOk="0" h="943752" w="491533">
                    <a:moveTo>
                      <a:pt x="454437" y="288198"/>
                    </a:moveTo>
                    <a:cubicBezTo>
                      <a:pt x="430674" y="232008"/>
                      <a:pt x="396663" y="181534"/>
                      <a:pt x="353345" y="138203"/>
                    </a:cubicBezTo>
                    <a:cubicBezTo>
                      <a:pt x="309997" y="94885"/>
                      <a:pt x="259512" y="60857"/>
                      <a:pt x="203348" y="37097"/>
                    </a:cubicBezTo>
                    <a:cubicBezTo>
                      <a:pt x="145173" y="12487"/>
                      <a:pt x="83364" y="0"/>
                      <a:pt x="19657" y="0"/>
                    </a:cubicBezTo>
                    <a:cubicBezTo>
                      <a:pt x="13077" y="0"/>
                      <a:pt x="6524" y="144"/>
                      <a:pt x="0" y="404"/>
                    </a:cubicBezTo>
                    <a:cubicBezTo>
                      <a:pt x="56754" y="2708"/>
                      <a:pt x="111820" y="15021"/>
                      <a:pt x="164008" y="37097"/>
                    </a:cubicBezTo>
                    <a:cubicBezTo>
                      <a:pt x="220226" y="60857"/>
                      <a:pt x="270687" y="94887"/>
                      <a:pt x="314001" y="138203"/>
                    </a:cubicBezTo>
                    <a:cubicBezTo>
                      <a:pt x="357319" y="181534"/>
                      <a:pt x="391364" y="232008"/>
                      <a:pt x="415120" y="288198"/>
                    </a:cubicBezTo>
                    <a:cubicBezTo>
                      <a:pt x="439745" y="346377"/>
                      <a:pt x="452188" y="408184"/>
                      <a:pt x="452188" y="471878"/>
                    </a:cubicBezTo>
                    <a:cubicBezTo>
                      <a:pt x="452188" y="535583"/>
                      <a:pt x="439745" y="597392"/>
                      <a:pt x="415120" y="655569"/>
                    </a:cubicBezTo>
                    <a:cubicBezTo>
                      <a:pt x="391362" y="711733"/>
                      <a:pt x="357319" y="762218"/>
                      <a:pt x="314001" y="805536"/>
                    </a:cubicBezTo>
                    <a:cubicBezTo>
                      <a:pt x="270687" y="848884"/>
                      <a:pt x="220226" y="882895"/>
                      <a:pt x="164008" y="906656"/>
                    </a:cubicBezTo>
                    <a:cubicBezTo>
                      <a:pt x="111820" y="928718"/>
                      <a:pt x="56752" y="941045"/>
                      <a:pt x="0" y="943349"/>
                    </a:cubicBezTo>
                    <a:cubicBezTo>
                      <a:pt x="6524" y="943609"/>
                      <a:pt x="13075" y="943753"/>
                      <a:pt x="19657" y="943753"/>
                    </a:cubicBezTo>
                    <a:cubicBezTo>
                      <a:pt x="83364" y="943753"/>
                      <a:pt x="145173" y="931253"/>
                      <a:pt x="203348" y="906656"/>
                    </a:cubicBezTo>
                    <a:cubicBezTo>
                      <a:pt x="259512" y="882893"/>
                      <a:pt x="309997" y="848882"/>
                      <a:pt x="353345" y="805536"/>
                    </a:cubicBezTo>
                    <a:cubicBezTo>
                      <a:pt x="396663" y="762218"/>
                      <a:pt x="430674" y="711732"/>
                      <a:pt x="454437" y="655569"/>
                    </a:cubicBezTo>
                    <a:cubicBezTo>
                      <a:pt x="479034" y="597392"/>
                      <a:pt x="491533" y="535583"/>
                      <a:pt x="491533" y="471878"/>
                    </a:cubicBezTo>
                    <a:cubicBezTo>
                      <a:pt x="491533" y="408184"/>
                      <a:pt x="479034" y="346377"/>
                      <a:pt x="454437" y="288198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6"/>
              <p:cNvSpPr/>
              <p:nvPr/>
            </p:nvSpPr>
            <p:spPr>
              <a:xfrm>
                <a:off x="2699839" y="1370599"/>
                <a:ext cx="491535" cy="943750"/>
              </a:xfrm>
              <a:custGeom>
                <a:rect b="b" l="l" r="r" t="t"/>
                <a:pathLst>
                  <a:path extrusionOk="0" h="943750" w="491535">
                    <a:moveTo>
                      <a:pt x="37097" y="655567"/>
                    </a:moveTo>
                    <a:cubicBezTo>
                      <a:pt x="60857" y="711732"/>
                      <a:pt x="94887" y="762216"/>
                      <a:pt x="138203" y="805535"/>
                    </a:cubicBezTo>
                    <a:cubicBezTo>
                      <a:pt x="181534" y="848882"/>
                      <a:pt x="232008" y="882893"/>
                      <a:pt x="288200" y="906654"/>
                    </a:cubicBezTo>
                    <a:cubicBezTo>
                      <a:pt x="346379" y="931251"/>
                      <a:pt x="408184" y="943751"/>
                      <a:pt x="471878" y="943751"/>
                    </a:cubicBezTo>
                    <a:cubicBezTo>
                      <a:pt x="478459" y="943751"/>
                      <a:pt x="485012" y="943607"/>
                      <a:pt x="491535" y="943347"/>
                    </a:cubicBezTo>
                    <a:cubicBezTo>
                      <a:pt x="434781" y="941043"/>
                      <a:pt x="379701" y="928715"/>
                      <a:pt x="327513" y="906654"/>
                    </a:cubicBezTo>
                    <a:cubicBezTo>
                      <a:pt x="271323" y="882891"/>
                      <a:pt x="220863" y="848880"/>
                      <a:pt x="177532" y="805535"/>
                    </a:cubicBezTo>
                    <a:cubicBezTo>
                      <a:pt x="134201" y="762216"/>
                      <a:pt x="100187" y="711730"/>
                      <a:pt x="76411" y="655567"/>
                    </a:cubicBezTo>
                    <a:cubicBezTo>
                      <a:pt x="51799" y="597392"/>
                      <a:pt x="39329" y="535583"/>
                      <a:pt x="39329" y="471876"/>
                    </a:cubicBezTo>
                    <a:cubicBezTo>
                      <a:pt x="39329" y="408182"/>
                      <a:pt x="51799" y="346375"/>
                      <a:pt x="76409" y="288196"/>
                    </a:cubicBezTo>
                    <a:cubicBezTo>
                      <a:pt x="100185" y="232006"/>
                      <a:pt x="134200" y="181531"/>
                      <a:pt x="177531" y="138216"/>
                    </a:cubicBezTo>
                    <a:cubicBezTo>
                      <a:pt x="220862" y="94885"/>
                      <a:pt x="271321" y="60856"/>
                      <a:pt x="327511" y="37095"/>
                    </a:cubicBezTo>
                    <a:cubicBezTo>
                      <a:pt x="379699" y="15019"/>
                      <a:pt x="434779" y="2706"/>
                      <a:pt x="491533" y="402"/>
                    </a:cubicBezTo>
                    <a:cubicBezTo>
                      <a:pt x="485010" y="144"/>
                      <a:pt x="478457" y="0"/>
                      <a:pt x="471876" y="0"/>
                    </a:cubicBezTo>
                    <a:cubicBezTo>
                      <a:pt x="408182" y="0"/>
                      <a:pt x="346377" y="12485"/>
                      <a:pt x="288198" y="37097"/>
                    </a:cubicBezTo>
                    <a:cubicBezTo>
                      <a:pt x="232008" y="60857"/>
                      <a:pt x="181534" y="94887"/>
                      <a:pt x="138201" y="138218"/>
                    </a:cubicBezTo>
                    <a:cubicBezTo>
                      <a:pt x="94885" y="181534"/>
                      <a:pt x="60857" y="232008"/>
                      <a:pt x="37095" y="288198"/>
                    </a:cubicBezTo>
                    <a:cubicBezTo>
                      <a:pt x="12487" y="346377"/>
                      <a:pt x="0" y="408184"/>
                      <a:pt x="0" y="471876"/>
                    </a:cubicBezTo>
                    <a:cubicBezTo>
                      <a:pt x="0" y="535582"/>
                      <a:pt x="12487" y="597392"/>
                      <a:pt x="37097" y="655567"/>
                    </a:cubicBezTo>
                    <a:close/>
                  </a:path>
                </a:pathLst>
              </a:custGeom>
              <a:solidFill>
                <a:srgbClr val="000000">
                  <a:alpha val="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" name="Google Shape;44;p6"/>
            <p:cNvSpPr/>
            <p:nvPr/>
          </p:nvSpPr>
          <p:spPr>
            <a:xfrm>
              <a:off x="7982396" y="3381102"/>
              <a:ext cx="4209605" cy="3476898"/>
            </a:xfrm>
            <a:custGeom>
              <a:rect b="b" l="l" r="r" t="t"/>
              <a:pathLst>
                <a:path extrusionOk="0" h="3476898" w="4209605">
                  <a:moveTo>
                    <a:pt x="4209605" y="3006663"/>
                  </a:moveTo>
                  <a:lnTo>
                    <a:pt x="4209605" y="3206485"/>
                  </a:lnTo>
                  <a:lnTo>
                    <a:pt x="4175600" y="3279043"/>
                  </a:lnTo>
                  <a:cubicBezTo>
                    <a:pt x="4173192" y="3212245"/>
                    <a:pt x="4186384" y="3148065"/>
                    <a:pt x="4197377" y="3083570"/>
                  </a:cubicBezTo>
                  <a:close/>
                  <a:moveTo>
                    <a:pt x="1797784" y="714"/>
                  </a:moveTo>
                  <a:cubicBezTo>
                    <a:pt x="1975354" y="2704"/>
                    <a:pt x="2152923" y="12127"/>
                    <a:pt x="2330283" y="21340"/>
                  </a:cubicBezTo>
                  <a:cubicBezTo>
                    <a:pt x="2479687" y="29192"/>
                    <a:pt x="2628989" y="39558"/>
                    <a:pt x="2778079" y="52331"/>
                  </a:cubicBezTo>
                  <a:cubicBezTo>
                    <a:pt x="2940991" y="66256"/>
                    <a:pt x="3103484" y="84054"/>
                    <a:pt x="3266185" y="100492"/>
                  </a:cubicBezTo>
                  <a:cubicBezTo>
                    <a:pt x="3376643" y="111695"/>
                    <a:pt x="3487101" y="123422"/>
                    <a:pt x="3604049" y="135566"/>
                  </a:cubicBezTo>
                  <a:cubicBezTo>
                    <a:pt x="3431714" y="726486"/>
                    <a:pt x="3261055" y="1311544"/>
                    <a:pt x="3088930" y="1901521"/>
                  </a:cubicBezTo>
                  <a:cubicBezTo>
                    <a:pt x="3137929" y="1908850"/>
                    <a:pt x="3184625" y="1904557"/>
                    <a:pt x="3230902" y="1905290"/>
                  </a:cubicBezTo>
                  <a:cubicBezTo>
                    <a:pt x="3279691" y="1906023"/>
                    <a:pt x="3328586" y="1905500"/>
                    <a:pt x="3377480" y="1905500"/>
                  </a:cubicBezTo>
                  <a:cubicBezTo>
                    <a:pt x="3424595" y="1905500"/>
                    <a:pt x="3471709" y="1905500"/>
                    <a:pt x="3518824" y="1905500"/>
                  </a:cubicBezTo>
                  <a:lnTo>
                    <a:pt x="3660167" y="1905500"/>
                  </a:lnTo>
                  <a:cubicBezTo>
                    <a:pt x="3707282" y="1905500"/>
                    <a:pt x="3754397" y="1905500"/>
                    <a:pt x="3801511" y="1905500"/>
                  </a:cubicBezTo>
                  <a:cubicBezTo>
                    <a:pt x="3850405" y="1905500"/>
                    <a:pt x="3899195" y="1905500"/>
                    <a:pt x="3948089" y="1905395"/>
                  </a:cubicBezTo>
                  <a:cubicBezTo>
                    <a:pt x="3994994" y="1905395"/>
                    <a:pt x="4041795" y="1905395"/>
                    <a:pt x="4098123" y="1905395"/>
                  </a:cubicBezTo>
                  <a:cubicBezTo>
                    <a:pt x="3936049" y="2167875"/>
                    <a:pt x="3778373" y="2423235"/>
                    <a:pt x="3616403" y="2685506"/>
                  </a:cubicBezTo>
                  <a:cubicBezTo>
                    <a:pt x="3750418" y="2701891"/>
                    <a:pt x="3882365" y="2718015"/>
                    <a:pt x="4013840" y="2734073"/>
                  </a:cubicBezTo>
                  <a:lnTo>
                    <a:pt x="4209605" y="2757972"/>
                  </a:lnTo>
                  <a:lnTo>
                    <a:pt x="4209605" y="2873858"/>
                  </a:lnTo>
                  <a:lnTo>
                    <a:pt x="3859331" y="2810555"/>
                  </a:lnTo>
                  <a:cubicBezTo>
                    <a:pt x="3735472" y="2788896"/>
                    <a:pt x="3610854" y="2767328"/>
                    <a:pt x="3484797" y="2744242"/>
                  </a:cubicBezTo>
                  <a:lnTo>
                    <a:pt x="3484692" y="2744242"/>
                  </a:lnTo>
                  <a:cubicBezTo>
                    <a:pt x="3555678" y="2619859"/>
                    <a:pt x="3622999" y="2502073"/>
                    <a:pt x="3690111" y="2384077"/>
                  </a:cubicBezTo>
                  <a:cubicBezTo>
                    <a:pt x="3756071" y="2267967"/>
                    <a:pt x="3821823" y="2151751"/>
                    <a:pt x="3891761" y="2028311"/>
                  </a:cubicBezTo>
                  <a:cubicBezTo>
                    <a:pt x="3563530" y="1994285"/>
                    <a:pt x="3242943" y="1973972"/>
                    <a:pt x="2920679" y="1941202"/>
                  </a:cubicBezTo>
                  <a:cubicBezTo>
                    <a:pt x="3085161" y="1369756"/>
                    <a:pt x="3248491" y="802498"/>
                    <a:pt x="3412554" y="232203"/>
                  </a:cubicBezTo>
                  <a:cubicBezTo>
                    <a:pt x="3351724" y="223304"/>
                    <a:pt x="3297177" y="212102"/>
                    <a:pt x="3242105" y="207809"/>
                  </a:cubicBezTo>
                  <a:cubicBezTo>
                    <a:pt x="3087674" y="195664"/>
                    <a:pt x="2933139" y="183100"/>
                    <a:pt x="2778499" y="176923"/>
                  </a:cubicBezTo>
                  <a:cubicBezTo>
                    <a:pt x="2633909" y="171164"/>
                    <a:pt x="2489006" y="172211"/>
                    <a:pt x="2344207" y="172316"/>
                  </a:cubicBezTo>
                  <a:cubicBezTo>
                    <a:pt x="2183913" y="172421"/>
                    <a:pt x="2023620" y="173991"/>
                    <a:pt x="1863326" y="176608"/>
                  </a:cubicBezTo>
                  <a:cubicBezTo>
                    <a:pt x="1760616" y="178284"/>
                    <a:pt x="1657906" y="182262"/>
                    <a:pt x="1555196" y="186764"/>
                  </a:cubicBezTo>
                  <a:cubicBezTo>
                    <a:pt x="1412597" y="192942"/>
                    <a:pt x="1270101" y="199643"/>
                    <a:pt x="1127607" y="207913"/>
                  </a:cubicBezTo>
                  <a:cubicBezTo>
                    <a:pt x="992127" y="215766"/>
                    <a:pt x="856751" y="226131"/>
                    <a:pt x="721271" y="235030"/>
                  </a:cubicBezTo>
                  <a:cubicBezTo>
                    <a:pt x="646620" y="239952"/>
                    <a:pt x="571761" y="243302"/>
                    <a:pt x="497110" y="248850"/>
                  </a:cubicBezTo>
                  <a:cubicBezTo>
                    <a:pt x="420994" y="254505"/>
                    <a:pt x="344983" y="261834"/>
                    <a:pt x="263318" y="268953"/>
                  </a:cubicBezTo>
                  <a:cubicBezTo>
                    <a:pt x="516270" y="740621"/>
                    <a:pt x="766186" y="1206635"/>
                    <a:pt x="1019034" y="1677989"/>
                  </a:cubicBezTo>
                  <a:cubicBezTo>
                    <a:pt x="1127084" y="1643753"/>
                    <a:pt x="1227803" y="1597580"/>
                    <a:pt x="1331351" y="1559261"/>
                  </a:cubicBezTo>
                  <a:cubicBezTo>
                    <a:pt x="1435735" y="1520627"/>
                    <a:pt x="1538969" y="1478957"/>
                    <a:pt x="1642620" y="1438438"/>
                  </a:cubicBezTo>
                  <a:cubicBezTo>
                    <a:pt x="1746273" y="1397920"/>
                    <a:pt x="1849924" y="1357087"/>
                    <a:pt x="1953576" y="1316464"/>
                  </a:cubicBezTo>
                  <a:cubicBezTo>
                    <a:pt x="2057333" y="1275841"/>
                    <a:pt x="2161089" y="1235218"/>
                    <a:pt x="2264846" y="1194699"/>
                  </a:cubicBezTo>
                  <a:cubicBezTo>
                    <a:pt x="2368184" y="1154390"/>
                    <a:pt x="2471522" y="1114291"/>
                    <a:pt x="2582188" y="1071155"/>
                  </a:cubicBezTo>
                  <a:cubicBezTo>
                    <a:pt x="2583444" y="1095131"/>
                    <a:pt x="2584701" y="1111778"/>
                    <a:pt x="2585119" y="1128425"/>
                  </a:cubicBezTo>
                  <a:cubicBezTo>
                    <a:pt x="2589413" y="1327039"/>
                    <a:pt x="2593181" y="1525757"/>
                    <a:pt x="2597788" y="1724371"/>
                  </a:cubicBezTo>
                  <a:cubicBezTo>
                    <a:pt x="2600615" y="1848020"/>
                    <a:pt x="2604175" y="1971669"/>
                    <a:pt x="2607943" y="2095319"/>
                  </a:cubicBezTo>
                  <a:cubicBezTo>
                    <a:pt x="2610561" y="2180543"/>
                    <a:pt x="2614121" y="2265873"/>
                    <a:pt x="2617471" y="2351097"/>
                  </a:cubicBezTo>
                  <a:cubicBezTo>
                    <a:pt x="2617786" y="2357693"/>
                    <a:pt x="2620403" y="2364081"/>
                    <a:pt x="2622706" y="2374027"/>
                  </a:cubicBezTo>
                  <a:cubicBezTo>
                    <a:pt x="2887908" y="2330891"/>
                    <a:pt x="3151331" y="2288068"/>
                    <a:pt x="3423025" y="2243991"/>
                  </a:cubicBezTo>
                  <a:cubicBezTo>
                    <a:pt x="3341883" y="2503225"/>
                    <a:pt x="3263254" y="2754083"/>
                    <a:pt x="3183474" y="3008920"/>
                  </a:cubicBezTo>
                  <a:cubicBezTo>
                    <a:pt x="3461030" y="3029127"/>
                    <a:pt x="3732933" y="3049020"/>
                    <a:pt x="4011537" y="3069331"/>
                  </a:cubicBezTo>
                  <a:lnTo>
                    <a:pt x="3845371" y="3476898"/>
                  </a:lnTo>
                  <a:lnTo>
                    <a:pt x="3812983" y="3476898"/>
                  </a:lnTo>
                  <a:lnTo>
                    <a:pt x="3891553" y="3180521"/>
                  </a:lnTo>
                  <a:cubicBezTo>
                    <a:pt x="3868309" y="3177067"/>
                    <a:pt x="3848207" y="3171832"/>
                    <a:pt x="3828000" y="3171412"/>
                  </a:cubicBezTo>
                  <a:cubicBezTo>
                    <a:pt x="3730315" y="3169110"/>
                    <a:pt x="3632632" y="3168481"/>
                    <a:pt x="3535052" y="3166491"/>
                  </a:cubicBezTo>
                  <a:cubicBezTo>
                    <a:pt x="3399153" y="3163665"/>
                    <a:pt x="3263359" y="3160419"/>
                    <a:pt x="3127459" y="3156336"/>
                  </a:cubicBezTo>
                  <a:cubicBezTo>
                    <a:pt x="3096469" y="3155393"/>
                    <a:pt x="3065688" y="3150368"/>
                    <a:pt x="3029985" y="3146704"/>
                  </a:cubicBezTo>
                  <a:cubicBezTo>
                    <a:pt x="3116885" y="2890506"/>
                    <a:pt x="3203157" y="2636402"/>
                    <a:pt x="3292046" y="2374236"/>
                  </a:cubicBezTo>
                  <a:cubicBezTo>
                    <a:pt x="3019411" y="2422607"/>
                    <a:pt x="2755255" y="2469512"/>
                    <a:pt x="2487540" y="2517045"/>
                  </a:cubicBezTo>
                  <a:cubicBezTo>
                    <a:pt x="2463565" y="2122645"/>
                    <a:pt x="2439798" y="1732432"/>
                    <a:pt x="2416031" y="1342115"/>
                  </a:cubicBezTo>
                  <a:cubicBezTo>
                    <a:pt x="2371639" y="1345361"/>
                    <a:pt x="1968025" y="1493091"/>
                    <a:pt x="1688269" y="1601454"/>
                  </a:cubicBezTo>
                  <a:cubicBezTo>
                    <a:pt x="1448404" y="1694427"/>
                    <a:pt x="1206026" y="1780803"/>
                    <a:pt x="960717" y="1871577"/>
                  </a:cubicBezTo>
                  <a:cubicBezTo>
                    <a:pt x="640966" y="1294268"/>
                    <a:pt x="322054" y="718949"/>
                    <a:pt x="0" y="138080"/>
                  </a:cubicBezTo>
                  <a:cubicBezTo>
                    <a:pt x="54862" y="125934"/>
                    <a:pt x="106060" y="112219"/>
                    <a:pt x="158095" y="103424"/>
                  </a:cubicBezTo>
                  <a:cubicBezTo>
                    <a:pt x="266040" y="85311"/>
                    <a:pt x="374298" y="68245"/>
                    <a:pt x="482766" y="53692"/>
                  </a:cubicBezTo>
                  <a:cubicBezTo>
                    <a:pt x="560348" y="43327"/>
                    <a:pt x="638454" y="35370"/>
                    <a:pt x="716559" y="30763"/>
                  </a:cubicBezTo>
                  <a:cubicBezTo>
                    <a:pt x="876434" y="21130"/>
                    <a:pt x="1036518" y="11603"/>
                    <a:pt x="1196604" y="7310"/>
                  </a:cubicBezTo>
                  <a:cubicBezTo>
                    <a:pt x="1396892" y="1971"/>
                    <a:pt x="1597391" y="-1589"/>
                    <a:pt x="1797784" y="714"/>
                  </a:cubicBezTo>
                  <a:close/>
                </a:path>
              </a:pathLst>
            </a:custGeom>
            <a:solidFill>
              <a:schemeClr val="dk1">
                <a:alpha val="196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660163" y="252949"/>
            <a:ext cx="11531838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uckiest Guy"/>
              <a:buNone/>
              <a:defRPr b="0" sz="3600">
                <a:solidFill>
                  <a:schemeClr val="lt1"/>
                </a:solidFill>
                <a:latin typeface="Luckiest Guy"/>
                <a:ea typeface="Luckiest Guy"/>
                <a:cs typeface="Luckiest Guy"/>
                <a:sym typeface="Luckiest Gu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Element-Slide">
  <p:cSld name="3_Element-Slid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7982396" y="3381102"/>
            <a:ext cx="4209605" cy="3476898"/>
          </a:xfrm>
          <a:custGeom>
            <a:rect b="b" l="l" r="r" t="t"/>
            <a:pathLst>
              <a:path extrusionOk="0" h="3476898" w="4209605">
                <a:moveTo>
                  <a:pt x="4209605" y="3006663"/>
                </a:moveTo>
                <a:lnTo>
                  <a:pt x="4209605" y="3206485"/>
                </a:lnTo>
                <a:lnTo>
                  <a:pt x="4175600" y="3279043"/>
                </a:lnTo>
                <a:cubicBezTo>
                  <a:pt x="4173192" y="3212245"/>
                  <a:pt x="4186384" y="3148065"/>
                  <a:pt x="4197377" y="3083570"/>
                </a:cubicBezTo>
                <a:close/>
                <a:moveTo>
                  <a:pt x="1797784" y="714"/>
                </a:moveTo>
                <a:cubicBezTo>
                  <a:pt x="1975354" y="2704"/>
                  <a:pt x="2152923" y="12127"/>
                  <a:pt x="2330283" y="21340"/>
                </a:cubicBezTo>
                <a:cubicBezTo>
                  <a:pt x="2479687" y="29192"/>
                  <a:pt x="2628989" y="39558"/>
                  <a:pt x="2778079" y="52331"/>
                </a:cubicBezTo>
                <a:cubicBezTo>
                  <a:pt x="2940991" y="66256"/>
                  <a:pt x="3103484" y="84054"/>
                  <a:pt x="3266185" y="100492"/>
                </a:cubicBezTo>
                <a:cubicBezTo>
                  <a:pt x="3376643" y="111695"/>
                  <a:pt x="3487101" y="123422"/>
                  <a:pt x="3604049" y="135566"/>
                </a:cubicBezTo>
                <a:cubicBezTo>
                  <a:pt x="3431714" y="726486"/>
                  <a:pt x="3261055" y="1311544"/>
                  <a:pt x="3088930" y="1901521"/>
                </a:cubicBezTo>
                <a:cubicBezTo>
                  <a:pt x="3137929" y="1908850"/>
                  <a:pt x="3184625" y="1904557"/>
                  <a:pt x="3230902" y="1905290"/>
                </a:cubicBezTo>
                <a:cubicBezTo>
                  <a:pt x="3279691" y="1906023"/>
                  <a:pt x="3328586" y="1905500"/>
                  <a:pt x="3377480" y="1905500"/>
                </a:cubicBezTo>
                <a:cubicBezTo>
                  <a:pt x="3424595" y="1905500"/>
                  <a:pt x="3471709" y="1905500"/>
                  <a:pt x="3518824" y="1905500"/>
                </a:cubicBezTo>
                <a:lnTo>
                  <a:pt x="3660167" y="1905500"/>
                </a:lnTo>
                <a:cubicBezTo>
                  <a:pt x="3707282" y="1905500"/>
                  <a:pt x="3754397" y="1905500"/>
                  <a:pt x="3801511" y="1905500"/>
                </a:cubicBezTo>
                <a:cubicBezTo>
                  <a:pt x="3850405" y="1905500"/>
                  <a:pt x="3899195" y="1905500"/>
                  <a:pt x="3948089" y="1905395"/>
                </a:cubicBezTo>
                <a:cubicBezTo>
                  <a:pt x="3994994" y="1905395"/>
                  <a:pt x="4041795" y="1905395"/>
                  <a:pt x="4098123" y="1905395"/>
                </a:cubicBezTo>
                <a:cubicBezTo>
                  <a:pt x="3936049" y="2167875"/>
                  <a:pt x="3778373" y="2423235"/>
                  <a:pt x="3616403" y="2685506"/>
                </a:cubicBezTo>
                <a:cubicBezTo>
                  <a:pt x="3750418" y="2701891"/>
                  <a:pt x="3882365" y="2718015"/>
                  <a:pt x="4013840" y="2734073"/>
                </a:cubicBezTo>
                <a:lnTo>
                  <a:pt x="4209605" y="2757972"/>
                </a:lnTo>
                <a:lnTo>
                  <a:pt x="4209605" y="2873858"/>
                </a:lnTo>
                <a:lnTo>
                  <a:pt x="3859331" y="2810555"/>
                </a:lnTo>
                <a:cubicBezTo>
                  <a:pt x="3735472" y="2788896"/>
                  <a:pt x="3610854" y="2767328"/>
                  <a:pt x="3484797" y="2744242"/>
                </a:cubicBezTo>
                <a:lnTo>
                  <a:pt x="3484692" y="2744242"/>
                </a:lnTo>
                <a:cubicBezTo>
                  <a:pt x="3555678" y="2619859"/>
                  <a:pt x="3622999" y="2502073"/>
                  <a:pt x="3690111" y="2384077"/>
                </a:cubicBezTo>
                <a:cubicBezTo>
                  <a:pt x="3756071" y="2267967"/>
                  <a:pt x="3821823" y="2151751"/>
                  <a:pt x="3891761" y="2028311"/>
                </a:cubicBezTo>
                <a:cubicBezTo>
                  <a:pt x="3563530" y="1994285"/>
                  <a:pt x="3242943" y="1973972"/>
                  <a:pt x="2920679" y="1941202"/>
                </a:cubicBezTo>
                <a:cubicBezTo>
                  <a:pt x="3085161" y="1369756"/>
                  <a:pt x="3248491" y="802498"/>
                  <a:pt x="3412554" y="232203"/>
                </a:cubicBezTo>
                <a:cubicBezTo>
                  <a:pt x="3351724" y="223304"/>
                  <a:pt x="3297177" y="212102"/>
                  <a:pt x="3242105" y="207809"/>
                </a:cubicBezTo>
                <a:cubicBezTo>
                  <a:pt x="3087674" y="195664"/>
                  <a:pt x="2933139" y="183100"/>
                  <a:pt x="2778499" y="176923"/>
                </a:cubicBezTo>
                <a:cubicBezTo>
                  <a:pt x="2633909" y="171164"/>
                  <a:pt x="2489006" y="172211"/>
                  <a:pt x="2344207" y="172316"/>
                </a:cubicBezTo>
                <a:cubicBezTo>
                  <a:pt x="2183913" y="172421"/>
                  <a:pt x="2023620" y="173991"/>
                  <a:pt x="1863326" y="176608"/>
                </a:cubicBezTo>
                <a:cubicBezTo>
                  <a:pt x="1760616" y="178284"/>
                  <a:pt x="1657906" y="182262"/>
                  <a:pt x="1555196" y="186764"/>
                </a:cubicBezTo>
                <a:cubicBezTo>
                  <a:pt x="1412597" y="192942"/>
                  <a:pt x="1270101" y="199643"/>
                  <a:pt x="1127607" y="207913"/>
                </a:cubicBezTo>
                <a:cubicBezTo>
                  <a:pt x="992127" y="215766"/>
                  <a:pt x="856751" y="226131"/>
                  <a:pt x="721271" y="235030"/>
                </a:cubicBezTo>
                <a:cubicBezTo>
                  <a:pt x="646620" y="239952"/>
                  <a:pt x="571761" y="243302"/>
                  <a:pt x="497110" y="248850"/>
                </a:cubicBezTo>
                <a:cubicBezTo>
                  <a:pt x="420994" y="254505"/>
                  <a:pt x="344983" y="261834"/>
                  <a:pt x="263318" y="268953"/>
                </a:cubicBezTo>
                <a:cubicBezTo>
                  <a:pt x="516270" y="740621"/>
                  <a:pt x="766186" y="1206635"/>
                  <a:pt x="1019034" y="1677989"/>
                </a:cubicBezTo>
                <a:cubicBezTo>
                  <a:pt x="1127084" y="1643753"/>
                  <a:pt x="1227803" y="1597580"/>
                  <a:pt x="1331351" y="1559261"/>
                </a:cubicBezTo>
                <a:cubicBezTo>
                  <a:pt x="1435735" y="1520627"/>
                  <a:pt x="1538969" y="1478957"/>
                  <a:pt x="1642620" y="1438438"/>
                </a:cubicBezTo>
                <a:cubicBezTo>
                  <a:pt x="1746273" y="1397920"/>
                  <a:pt x="1849924" y="1357087"/>
                  <a:pt x="1953576" y="1316464"/>
                </a:cubicBezTo>
                <a:cubicBezTo>
                  <a:pt x="2057333" y="1275841"/>
                  <a:pt x="2161089" y="1235218"/>
                  <a:pt x="2264846" y="1194699"/>
                </a:cubicBezTo>
                <a:cubicBezTo>
                  <a:pt x="2368184" y="1154390"/>
                  <a:pt x="2471522" y="1114291"/>
                  <a:pt x="2582188" y="1071155"/>
                </a:cubicBezTo>
                <a:cubicBezTo>
                  <a:pt x="2583444" y="1095131"/>
                  <a:pt x="2584701" y="1111778"/>
                  <a:pt x="2585119" y="1128425"/>
                </a:cubicBezTo>
                <a:cubicBezTo>
                  <a:pt x="2589413" y="1327039"/>
                  <a:pt x="2593181" y="1525757"/>
                  <a:pt x="2597788" y="1724371"/>
                </a:cubicBezTo>
                <a:cubicBezTo>
                  <a:pt x="2600615" y="1848020"/>
                  <a:pt x="2604175" y="1971669"/>
                  <a:pt x="2607943" y="2095319"/>
                </a:cubicBezTo>
                <a:cubicBezTo>
                  <a:pt x="2610561" y="2180543"/>
                  <a:pt x="2614121" y="2265873"/>
                  <a:pt x="2617471" y="2351097"/>
                </a:cubicBezTo>
                <a:cubicBezTo>
                  <a:pt x="2617786" y="2357693"/>
                  <a:pt x="2620403" y="2364081"/>
                  <a:pt x="2622706" y="2374027"/>
                </a:cubicBezTo>
                <a:cubicBezTo>
                  <a:pt x="2887908" y="2330891"/>
                  <a:pt x="3151331" y="2288068"/>
                  <a:pt x="3423025" y="2243991"/>
                </a:cubicBezTo>
                <a:cubicBezTo>
                  <a:pt x="3341883" y="2503225"/>
                  <a:pt x="3263254" y="2754083"/>
                  <a:pt x="3183474" y="3008920"/>
                </a:cubicBezTo>
                <a:cubicBezTo>
                  <a:pt x="3461030" y="3029127"/>
                  <a:pt x="3732933" y="3049020"/>
                  <a:pt x="4011537" y="3069331"/>
                </a:cubicBezTo>
                <a:lnTo>
                  <a:pt x="3845371" y="3476898"/>
                </a:lnTo>
                <a:lnTo>
                  <a:pt x="3812983" y="3476898"/>
                </a:lnTo>
                <a:lnTo>
                  <a:pt x="3891553" y="3180521"/>
                </a:lnTo>
                <a:cubicBezTo>
                  <a:pt x="3868309" y="3177067"/>
                  <a:pt x="3848207" y="3171832"/>
                  <a:pt x="3828000" y="3171412"/>
                </a:cubicBezTo>
                <a:cubicBezTo>
                  <a:pt x="3730315" y="3169110"/>
                  <a:pt x="3632632" y="3168481"/>
                  <a:pt x="3535052" y="3166491"/>
                </a:cubicBezTo>
                <a:cubicBezTo>
                  <a:pt x="3399153" y="3163665"/>
                  <a:pt x="3263359" y="3160419"/>
                  <a:pt x="3127459" y="3156336"/>
                </a:cubicBezTo>
                <a:cubicBezTo>
                  <a:pt x="3096469" y="3155393"/>
                  <a:pt x="3065688" y="3150368"/>
                  <a:pt x="3029985" y="3146704"/>
                </a:cubicBezTo>
                <a:cubicBezTo>
                  <a:pt x="3116885" y="2890506"/>
                  <a:pt x="3203157" y="2636402"/>
                  <a:pt x="3292046" y="2374236"/>
                </a:cubicBezTo>
                <a:cubicBezTo>
                  <a:pt x="3019411" y="2422607"/>
                  <a:pt x="2755255" y="2469512"/>
                  <a:pt x="2487540" y="2517045"/>
                </a:cubicBezTo>
                <a:cubicBezTo>
                  <a:pt x="2463565" y="2122645"/>
                  <a:pt x="2439798" y="1732432"/>
                  <a:pt x="2416031" y="1342115"/>
                </a:cubicBezTo>
                <a:cubicBezTo>
                  <a:pt x="2371639" y="1345361"/>
                  <a:pt x="1968025" y="1493091"/>
                  <a:pt x="1688269" y="1601454"/>
                </a:cubicBezTo>
                <a:cubicBezTo>
                  <a:pt x="1448404" y="1694427"/>
                  <a:pt x="1206026" y="1780803"/>
                  <a:pt x="960717" y="1871577"/>
                </a:cubicBezTo>
                <a:cubicBezTo>
                  <a:pt x="640966" y="1294268"/>
                  <a:pt x="322054" y="718949"/>
                  <a:pt x="0" y="138080"/>
                </a:cubicBezTo>
                <a:cubicBezTo>
                  <a:pt x="54862" y="125934"/>
                  <a:pt x="106060" y="112219"/>
                  <a:pt x="158095" y="103424"/>
                </a:cubicBezTo>
                <a:cubicBezTo>
                  <a:pt x="266040" y="85311"/>
                  <a:pt x="374298" y="68245"/>
                  <a:pt x="482766" y="53692"/>
                </a:cubicBezTo>
                <a:cubicBezTo>
                  <a:pt x="560348" y="43327"/>
                  <a:pt x="638454" y="35370"/>
                  <a:pt x="716559" y="30763"/>
                </a:cubicBezTo>
                <a:cubicBezTo>
                  <a:pt x="876434" y="21130"/>
                  <a:pt x="1036518" y="11603"/>
                  <a:pt x="1196604" y="7310"/>
                </a:cubicBezTo>
                <a:cubicBezTo>
                  <a:pt x="1396892" y="1971"/>
                  <a:pt x="1597391" y="-1589"/>
                  <a:pt x="1797784" y="714"/>
                </a:cubicBezTo>
                <a:close/>
              </a:path>
            </a:pathLst>
          </a:custGeom>
          <a:solidFill>
            <a:schemeClr val="dk1">
              <a:alpha val="19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/>
          <p:nvPr/>
        </p:nvSpPr>
        <p:spPr>
          <a:xfrm>
            <a:off x="-1" y="0"/>
            <a:ext cx="11020426" cy="6858000"/>
          </a:xfrm>
          <a:custGeom>
            <a:rect b="b" l="l" r="r" t="t"/>
            <a:pathLst>
              <a:path extrusionOk="0" h="6858000" w="6530122">
                <a:moveTo>
                  <a:pt x="0" y="0"/>
                </a:moveTo>
                <a:lnTo>
                  <a:pt x="6530122" y="0"/>
                </a:lnTo>
                <a:lnTo>
                  <a:pt x="481562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p7"/>
          <p:cNvPicPr preferRelativeResize="0"/>
          <p:nvPr/>
        </p:nvPicPr>
        <p:blipFill rotWithShape="1">
          <a:blip r:embed="rId2">
            <a:alphaModFix/>
          </a:blip>
          <a:srcRect b="5541" l="0" r="0" t="0"/>
          <a:stretch/>
        </p:blipFill>
        <p:spPr>
          <a:xfrm>
            <a:off x="7010400" y="1854498"/>
            <a:ext cx="5181600" cy="5003502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/>
          <p:nvPr/>
        </p:nvSpPr>
        <p:spPr>
          <a:xfrm rot="10800000">
            <a:off x="0" y="0"/>
            <a:ext cx="4124976" cy="3607791"/>
          </a:xfrm>
          <a:custGeom>
            <a:rect b="b" l="l" r="r" t="t"/>
            <a:pathLst>
              <a:path extrusionOk="0" h="3607791" w="4124976">
                <a:moveTo>
                  <a:pt x="3792004" y="3607791"/>
                </a:moveTo>
                <a:lnTo>
                  <a:pt x="3778283" y="3607791"/>
                </a:lnTo>
                <a:lnTo>
                  <a:pt x="3891552" y="3180520"/>
                </a:lnTo>
                <a:cubicBezTo>
                  <a:pt x="3868309" y="3177065"/>
                  <a:pt x="3848207" y="3171831"/>
                  <a:pt x="3828000" y="3171411"/>
                </a:cubicBezTo>
                <a:cubicBezTo>
                  <a:pt x="3730315" y="3169108"/>
                  <a:pt x="3632632" y="3168480"/>
                  <a:pt x="3535052" y="3166490"/>
                </a:cubicBezTo>
                <a:cubicBezTo>
                  <a:pt x="3399153" y="3163664"/>
                  <a:pt x="3263359" y="3160418"/>
                  <a:pt x="3127459" y="3156335"/>
                </a:cubicBezTo>
                <a:cubicBezTo>
                  <a:pt x="3096469" y="3155392"/>
                  <a:pt x="3065688" y="3150367"/>
                  <a:pt x="3029985" y="3146703"/>
                </a:cubicBezTo>
                <a:cubicBezTo>
                  <a:pt x="3116885" y="2890505"/>
                  <a:pt x="3203157" y="2636401"/>
                  <a:pt x="3292046" y="2374235"/>
                </a:cubicBezTo>
                <a:cubicBezTo>
                  <a:pt x="3019411" y="2422606"/>
                  <a:pt x="2755255" y="2469510"/>
                  <a:pt x="2487540" y="2517044"/>
                </a:cubicBezTo>
                <a:cubicBezTo>
                  <a:pt x="2463564" y="2122644"/>
                  <a:pt x="2439798" y="1732431"/>
                  <a:pt x="2416030" y="1342114"/>
                </a:cubicBezTo>
                <a:cubicBezTo>
                  <a:pt x="2371639" y="1345360"/>
                  <a:pt x="1968025" y="1493090"/>
                  <a:pt x="1688269" y="1601453"/>
                </a:cubicBezTo>
                <a:cubicBezTo>
                  <a:pt x="1448404" y="1694426"/>
                  <a:pt x="1206026" y="1780802"/>
                  <a:pt x="960717" y="1871576"/>
                </a:cubicBezTo>
                <a:cubicBezTo>
                  <a:pt x="640966" y="1294267"/>
                  <a:pt x="322053" y="718948"/>
                  <a:pt x="0" y="138079"/>
                </a:cubicBezTo>
                <a:cubicBezTo>
                  <a:pt x="54862" y="125933"/>
                  <a:pt x="106060" y="112218"/>
                  <a:pt x="158095" y="103423"/>
                </a:cubicBezTo>
                <a:cubicBezTo>
                  <a:pt x="266040" y="85310"/>
                  <a:pt x="374298" y="68244"/>
                  <a:pt x="482766" y="53691"/>
                </a:cubicBezTo>
                <a:cubicBezTo>
                  <a:pt x="560348" y="43326"/>
                  <a:pt x="638453" y="35369"/>
                  <a:pt x="716559" y="30762"/>
                </a:cubicBezTo>
                <a:cubicBezTo>
                  <a:pt x="876434" y="21129"/>
                  <a:pt x="1036518" y="11602"/>
                  <a:pt x="1196604" y="7309"/>
                </a:cubicBezTo>
                <a:cubicBezTo>
                  <a:pt x="1396892" y="1970"/>
                  <a:pt x="1597391" y="-1590"/>
                  <a:pt x="1797784" y="713"/>
                </a:cubicBezTo>
                <a:cubicBezTo>
                  <a:pt x="1975354" y="2703"/>
                  <a:pt x="2152922" y="12126"/>
                  <a:pt x="2330282" y="21339"/>
                </a:cubicBezTo>
                <a:cubicBezTo>
                  <a:pt x="2479687" y="29191"/>
                  <a:pt x="2628989" y="39557"/>
                  <a:pt x="2778079" y="52330"/>
                </a:cubicBezTo>
                <a:cubicBezTo>
                  <a:pt x="2940991" y="66255"/>
                  <a:pt x="3103484" y="84053"/>
                  <a:pt x="3266185" y="100491"/>
                </a:cubicBezTo>
                <a:cubicBezTo>
                  <a:pt x="3376643" y="111694"/>
                  <a:pt x="3487100" y="123421"/>
                  <a:pt x="3604049" y="135565"/>
                </a:cubicBezTo>
                <a:cubicBezTo>
                  <a:pt x="3431714" y="726485"/>
                  <a:pt x="3261055" y="1311543"/>
                  <a:pt x="3088930" y="1901520"/>
                </a:cubicBezTo>
                <a:cubicBezTo>
                  <a:pt x="3137929" y="1908849"/>
                  <a:pt x="3184625" y="1904556"/>
                  <a:pt x="3230902" y="1905289"/>
                </a:cubicBezTo>
                <a:cubicBezTo>
                  <a:pt x="3279691" y="1906022"/>
                  <a:pt x="3328586" y="1905499"/>
                  <a:pt x="3377480" y="1905499"/>
                </a:cubicBezTo>
                <a:cubicBezTo>
                  <a:pt x="3424595" y="1905499"/>
                  <a:pt x="3471709" y="1905499"/>
                  <a:pt x="3518824" y="1905499"/>
                </a:cubicBezTo>
                <a:lnTo>
                  <a:pt x="3660167" y="1905499"/>
                </a:lnTo>
                <a:cubicBezTo>
                  <a:pt x="3707282" y="1905499"/>
                  <a:pt x="3754397" y="1905499"/>
                  <a:pt x="3801511" y="1905499"/>
                </a:cubicBezTo>
                <a:cubicBezTo>
                  <a:pt x="3850405" y="1905499"/>
                  <a:pt x="3899195" y="1905499"/>
                  <a:pt x="3948089" y="1905394"/>
                </a:cubicBezTo>
                <a:cubicBezTo>
                  <a:pt x="3994994" y="1905394"/>
                  <a:pt x="4041795" y="1905394"/>
                  <a:pt x="4098122" y="1905394"/>
                </a:cubicBezTo>
                <a:cubicBezTo>
                  <a:pt x="3936049" y="2167873"/>
                  <a:pt x="3778373" y="2423234"/>
                  <a:pt x="3616403" y="2685505"/>
                </a:cubicBezTo>
                <a:cubicBezTo>
                  <a:pt x="3750417" y="2701890"/>
                  <a:pt x="3882364" y="2718013"/>
                  <a:pt x="4013840" y="2734072"/>
                </a:cubicBezTo>
                <a:lnTo>
                  <a:pt x="4124976" y="2747639"/>
                </a:lnTo>
                <a:lnTo>
                  <a:pt x="4124976" y="2858562"/>
                </a:lnTo>
                <a:lnTo>
                  <a:pt x="3859331" y="2810554"/>
                </a:lnTo>
                <a:cubicBezTo>
                  <a:pt x="3735472" y="2788894"/>
                  <a:pt x="3610854" y="2767326"/>
                  <a:pt x="3484797" y="2744240"/>
                </a:cubicBezTo>
                <a:lnTo>
                  <a:pt x="3484692" y="2744240"/>
                </a:lnTo>
                <a:cubicBezTo>
                  <a:pt x="3555678" y="2619858"/>
                  <a:pt x="3622999" y="2502072"/>
                  <a:pt x="3690111" y="2384076"/>
                </a:cubicBezTo>
                <a:cubicBezTo>
                  <a:pt x="3756071" y="2267966"/>
                  <a:pt x="3821823" y="2151750"/>
                  <a:pt x="3891761" y="2028310"/>
                </a:cubicBezTo>
                <a:cubicBezTo>
                  <a:pt x="3563530" y="1994283"/>
                  <a:pt x="3242943" y="1973971"/>
                  <a:pt x="2920679" y="1941201"/>
                </a:cubicBezTo>
                <a:cubicBezTo>
                  <a:pt x="3085161" y="1369755"/>
                  <a:pt x="3248491" y="802497"/>
                  <a:pt x="3412554" y="232202"/>
                </a:cubicBezTo>
                <a:cubicBezTo>
                  <a:pt x="3351724" y="223303"/>
                  <a:pt x="3297177" y="212101"/>
                  <a:pt x="3242105" y="207807"/>
                </a:cubicBezTo>
                <a:cubicBezTo>
                  <a:pt x="3087674" y="195663"/>
                  <a:pt x="2933138" y="183099"/>
                  <a:pt x="2778499" y="176922"/>
                </a:cubicBezTo>
                <a:cubicBezTo>
                  <a:pt x="2633909" y="171163"/>
                  <a:pt x="2489006" y="172210"/>
                  <a:pt x="2344207" y="172315"/>
                </a:cubicBezTo>
                <a:cubicBezTo>
                  <a:pt x="2183913" y="172420"/>
                  <a:pt x="2023620" y="173990"/>
                  <a:pt x="1863326" y="176607"/>
                </a:cubicBezTo>
                <a:cubicBezTo>
                  <a:pt x="1760616" y="178283"/>
                  <a:pt x="1657906" y="182261"/>
                  <a:pt x="1555196" y="186763"/>
                </a:cubicBezTo>
                <a:cubicBezTo>
                  <a:pt x="1412597" y="192941"/>
                  <a:pt x="1270101" y="199642"/>
                  <a:pt x="1127607" y="207912"/>
                </a:cubicBezTo>
                <a:cubicBezTo>
                  <a:pt x="992127" y="215765"/>
                  <a:pt x="856751" y="226130"/>
                  <a:pt x="721270" y="235029"/>
                </a:cubicBezTo>
                <a:cubicBezTo>
                  <a:pt x="646620" y="239951"/>
                  <a:pt x="571760" y="243301"/>
                  <a:pt x="497111" y="248849"/>
                </a:cubicBezTo>
                <a:cubicBezTo>
                  <a:pt x="420995" y="254504"/>
                  <a:pt x="344983" y="261833"/>
                  <a:pt x="263317" y="268952"/>
                </a:cubicBezTo>
                <a:cubicBezTo>
                  <a:pt x="516270" y="740620"/>
                  <a:pt x="766186" y="1206634"/>
                  <a:pt x="1019034" y="1677988"/>
                </a:cubicBezTo>
                <a:cubicBezTo>
                  <a:pt x="1127083" y="1643752"/>
                  <a:pt x="1227803" y="1597579"/>
                  <a:pt x="1331351" y="1559259"/>
                </a:cubicBezTo>
                <a:cubicBezTo>
                  <a:pt x="1435735" y="1520626"/>
                  <a:pt x="1538969" y="1478956"/>
                  <a:pt x="1642620" y="1438437"/>
                </a:cubicBezTo>
                <a:cubicBezTo>
                  <a:pt x="1746272" y="1397919"/>
                  <a:pt x="1849924" y="1357086"/>
                  <a:pt x="1953576" y="1316463"/>
                </a:cubicBezTo>
                <a:cubicBezTo>
                  <a:pt x="2057333" y="1275840"/>
                  <a:pt x="2161089" y="1235217"/>
                  <a:pt x="2264846" y="1194698"/>
                </a:cubicBezTo>
                <a:cubicBezTo>
                  <a:pt x="2368184" y="1154389"/>
                  <a:pt x="2471522" y="1114290"/>
                  <a:pt x="2582188" y="1071154"/>
                </a:cubicBezTo>
                <a:cubicBezTo>
                  <a:pt x="2583444" y="1095130"/>
                  <a:pt x="2584701" y="1111777"/>
                  <a:pt x="2585119" y="1128424"/>
                </a:cubicBezTo>
                <a:cubicBezTo>
                  <a:pt x="2589413" y="1327038"/>
                  <a:pt x="2593181" y="1525756"/>
                  <a:pt x="2597788" y="1724370"/>
                </a:cubicBezTo>
                <a:cubicBezTo>
                  <a:pt x="2600615" y="1848019"/>
                  <a:pt x="2604174" y="1971668"/>
                  <a:pt x="2607943" y="2095317"/>
                </a:cubicBezTo>
                <a:cubicBezTo>
                  <a:pt x="2610561" y="2180542"/>
                  <a:pt x="2614121" y="2265872"/>
                  <a:pt x="2617471" y="2351096"/>
                </a:cubicBezTo>
                <a:cubicBezTo>
                  <a:pt x="2617786" y="2357692"/>
                  <a:pt x="2620403" y="2364080"/>
                  <a:pt x="2622706" y="2374026"/>
                </a:cubicBezTo>
                <a:cubicBezTo>
                  <a:pt x="2887908" y="2330890"/>
                  <a:pt x="3151331" y="2288067"/>
                  <a:pt x="3423025" y="2243990"/>
                </a:cubicBezTo>
                <a:cubicBezTo>
                  <a:pt x="3341883" y="2503224"/>
                  <a:pt x="3263254" y="2754082"/>
                  <a:pt x="3183474" y="3008919"/>
                </a:cubicBezTo>
                <a:cubicBezTo>
                  <a:pt x="3461030" y="3029125"/>
                  <a:pt x="3732933" y="3049018"/>
                  <a:pt x="4011537" y="3069330"/>
                </a:cubicBezTo>
                <a:close/>
              </a:path>
            </a:pathLst>
          </a:custGeom>
          <a:solidFill>
            <a:schemeClr val="dk1">
              <a:alpha val="19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660163" y="369094"/>
            <a:ext cx="11531838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Luckiest Guy"/>
              <a:buNone/>
              <a:defRPr b="0" sz="4400">
                <a:solidFill>
                  <a:schemeClr val="lt1"/>
                </a:solidFill>
                <a:latin typeface="Luckiest Guy"/>
                <a:ea typeface="Luckiest Guy"/>
                <a:cs typeface="Luckiest Guy"/>
                <a:sym typeface="Luckiest Gu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-You-Slide">
  <p:cSld name="Thank-You-Slid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8"/>
          <p:cNvGrpSpPr/>
          <p:nvPr/>
        </p:nvGrpSpPr>
        <p:grpSpPr>
          <a:xfrm>
            <a:off x="0" y="0"/>
            <a:ext cx="12192001" cy="6858001"/>
            <a:chOff x="0" y="0"/>
            <a:chExt cx="12192001" cy="6858001"/>
          </a:xfrm>
        </p:grpSpPr>
        <p:sp>
          <p:nvSpPr>
            <p:cNvPr id="54" name="Google Shape;54;p8"/>
            <p:cNvSpPr/>
            <p:nvPr/>
          </p:nvSpPr>
          <p:spPr>
            <a:xfrm rot="10800000">
              <a:off x="0" y="0"/>
              <a:ext cx="4124976" cy="3607791"/>
            </a:xfrm>
            <a:custGeom>
              <a:rect b="b" l="l" r="r" t="t"/>
              <a:pathLst>
                <a:path extrusionOk="0" h="3607791" w="4124976">
                  <a:moveTo>
                    <a:pt x="3792004" y="3607791"/>
                  </a:moveTo>
                  <a:lnTo>
                    <a:pt x="3778283" y="3607791"/>
                  </a:lnTo>
                  <a:lnTo>
                    <a:pt x="3891552" y="3180520"/>
                  </a:lnTo>
                  <a:cubicBezTo>
                    <a:pt x="3868309" y="3177065"/>
                    <a:pt x="3848207" y="3171831"/>
                    <a:pt x="3828000" y="3171411"/>
                  </a:cubicBezTo>
                  <a:cubicBezTo>
                    <a:pt x="3730315" y="3169108"/>
                    <a:pt x="3632632" y="3168480"/>
                    <a:pt x="3535052" y="3166490"/>
                  </a:cubicBezTo>
                  <a:cubicBezTo>
                    <a:pt x="3399153" y="3163664"/>
                    <a:pt x="3263359" y="3160418"/>
                    <a:pt x="3127459" y="3156335"/>
                  </a:cubicBezTo>
                  <a:cubicBezTo>
                    <a:pt x="3096469" y="3155392"/>
                    <a:pt x="3065688" y="3150367"/>
                    <a:pt x="3029985" y="3146703"/>
                  </a:cubicBezTo>
                  <a:cubicBezTo>
                    <a:pt x="3116885" y="2890505"/>
                    <a:pt x="3203157" y="2636401"/>
                    <a:pt x="3292046" y="2374235"/>
                  </a:cubicBezTo>
                  <a:cubicBezTo>
                    <a:pt x="3019411" y="2422606"/>
                    <a:pt x="2755255" y="2469511"/>
                    <a:pt x="2487540" y="2517044"/>
                  </a:cubicBezTo>
                  <a:cubicBezTo>
                    <a:pt x="2463564" y="2122644"/>
                    <a:pt x="2439798" y="1732431"/>
                    <a:pt x="2416031" y="1342114"/>
                  </a:cubicBezTo>
                  <a:cubicBezTo>
                    <a:pt x="2371639" y="1345360"/>
                    <a:pt x="1968025" y="1493090"/>
                    <a:pt x="1688269" y="1601453"/>
                  </a:cubicBezTo>
                  <a:cubicBezTo>
                    <a:pt x="1448404" y="1694426"/>
                    <a:pt x="1206026" y="1780802"/>
                    <a:pt x="960717" y="1871576"/>
                  </a:cubicBezTo>
                  <a:cubicBezTo>
                    <a:pt x="640966" y="1294267"/>
                    <a:pt x="322054" y="718948"/>
                    <a:pt x="0" y="138079"/>
                  </a:cubicBezTo>
                  <a:cubicBezTo>
                    <a:pt x="54862" y="125933"/>
                    <a:pt x="106060" y="112218"/>
                    <a:pt x="158095" y="103423"/>
                  </a:cubicBezTo>
                  <a:cubicBezTo>
                    <a:pt x="266040" y="85310"/>
                    <a:pt x="374298" y="68244"/>
                    <a:pt x="482766" y="53691"/>
                  </a:cubicBezTo>
                  <a:cubicBezTo>
                    <a:pt x="560348" y="43326"/>
                    <a:pt x="638454" y="35369"/>
                    <a:pt x="716559" y="30762"/>
                  </a:cubicBezTo>
                  <a:cubicBezTo>
                    <a:pt x="876434" y="21129"/>
                    <a:pt x="1036518" y="11602"/>
                    <a:pt x="1196604" y="7309"/>
                  </a:cubicBezTo>
                  <a:cubicBezTo>
                    <a:pt x="1396893" y="1970"/>
                    <a:pt x="1597391" y="-1590"/>
                    <a:pt x="1797784" y="713"/>
                  </a:cubicBezTo>
                  <a:cubicBezTo>
                    <a:pt x="1975354" y="2703"/>
                    <a:pt x="2152922" y="12126"/>
                    <a:pt x="2330283" y="21339"/>
                  </a:cubicBezTo>
                  <a:cubicBezTo>
                    <a:pt x="2479687" y="29191"/>
                    <a:pt x="2628989" y="39557"/>
                    <a:pt x="2778079" y="52330"/>
                  </a:cubicBezTo>
                  <a:cubicBezTo>
                    <a:pt x="2940991" y="66255"/>
                    <a:pt x="3103484" y="84053"/>
                    <a:pt x="3266185" y="100491"/>
                  </a:cubicBezTo>
                  <a:cubicBezTo>
                    <a:pt x="3376643" y="111694"/>
                    <a:pt x="3487100" y="123421"/>
                    <a:pt x="3604049" y="135565"/>
                  </a:cubicBezTo>
                  <a:cubicBezTo>
                    <a:pt x="3431714" y="726485"/>
                    <a:pt x="3261055" y="1311543"/>
                    <a:pt x="3088930" y="1901520"/>
                  </a:cubicBezTo>
                  <a:cubicBezTo>
                    <a:pt x="3137929" y="1908849"/>
                    <a:pt x="3184625" y="1904556"/>
                    <a:pt x="3230902" y="1905289"/>
                  </a:cubicBezTo>
                  <a:cubicBezTo>
                    <a:pt x="3279691" y="1906022"/>
                    <a:pt x="3328586" y="1905499"/>
                    <a:pt x="3377480" y="1905499"/>
                  </a:cubicBezTo>
                  <a:cubicBezTo>
                    <a:pt x="3424595" y="1905499"/>
                    <a:pt x="3471709" y="1905499"/>
                    <a:pt x="3518824" y="1905499"/>
                  </a:cubicBezTo>
                  <a:lnTo>
                    <a:pt x="3660167" y="1905499"/>
                  </a:lnTo>
                  <a:cubicBezTo>
                    <a:pt x="3707282" y="1905499"/>
                    <a:pt x="3754397" y="1905499"/>
                    <a:pt x="3801511" y="1905499"/>
                  </a:cubicBezTo>
                  <a:cubicBezTo>
                    <a:pt x="3850405" y="1905499"/>
                    <a:pt x="3899195" y="1905499"/>
                    <a:pt x="3948089" y="1905394"/>
                  </a:cubicBezTo>
                  <a:cubicBezTo>
                    <a:pt x="3994994" y="1905394"/>
                    <a:pt x="4041795" y="1905394"/>
                    <a:pt x="4098122" y="1905394"/>
                  </a:cubicBezTo>
                  <a:cubicBezTo>
                    <a:pt x="3936049" y="2167873"/>
                    <a:pt x="3778373" y="2423234"/>
                    <a:pt x="3616403" y="2685505"/>
                  </a:cubicBezTo>
                  <a:cubicBezTo>
                    <a:pt x="3750418" y="2701890"/>
                    <a:pt x="3882364" y="2718013"/>
                    <a:pt x="4013840" y="2734071"/>
                  </a:cubicBezTo>
                  <a:lnTo>
                    <a:pt x="4124976" y="2747639"/>
                  </a:lnTo>
                  <a:lnTo>
                    <a:pt x="4124976" y="2858562"/>
                  </a:lnTo>
                  <a:lnTo>
                    <a:pt x="3859331" y="2810554"/>
                  </a:lnTo>
                  <a:cubicBezTo>
                    <a:pt x="3735472" y="2788894"/>
                    <a:pt x="3610854" y="2767326"/>
                    <a:pt x="3484797" y="2744240"/>
                  </a:cubicBezTo>
                  <a:lnTo>
                    <a:pt x="3484692" y="2744240"/>
                  </a:lnTo>
                  <a:cubicBezTo>
                    <a:pt x="3555678" y="2619858"/>
                    <a:pt x="3622999" y="2502072"/>
                    <a:pt x="3690111" y="2384076"/>
                  </a:cubicBezTo>
                  <a:cubicBezTo>
                    <a:pt x="3756071" y="2267966"/>
                    <a:pt x="3821823" y="2151750"/>
                    <a:pt x="3891761" y="2028310"/>
                  </a:cubicBezTo>
                  <a:cubicBezTo>
                    <a:pt x="3563530" y="1994283"/>
                    <a:pt x="3242943" y="1973971"/>
                    <a:pt x="2920679" y="1941201"/>
                  </a:cubicBezTo>
                  <a:cubicBezTo>
                    <a:pt x="3085161" y="1369755"/>
                    <a:pt x="3248491" y="802497"/>
                    <a:pt x="3412554" y="232202"/>
                  </a:cubicBezTo>
                  <a:cubicBezTo>
                    <a:pt x="3351724" y="223303"/>
                    <a:pt x="3297177" y="212101"/>
                    <a:pt x="3242105" y="207807"/>
                  </a:cubicBezTo>
                  <a:cubicBezTo>
                    <a:pt x="3087674" y="195663"/>
                    <a:pt x="2933139" y="183099"/>
                    <a:pt x="2778499" y="176922"/>
                  </a:cubicBezTo>
                  <a:cubicBezTo>
                    <a:pt x="2633909" y="171163"/>
                    <a:pt x="2489006" y="172210"/>
                    <a:pt x="2344207" y="172315"/>
                  </a:cubicBezTo>
                  <a:cubicBezTo>
                    <a:pt x="2183913" y="172420"/>
                    <a:pt x="2023620" y="173990"/>
                    <a:pt x="1863326" y="176607"/>
                  </a:cubicBezTo>
                  <a:cubicBezTo>
                    <a:pt x="1760616" y="178283"/>
                    <a:pt x="1657906" y="182261"/>
                    <a:pt x="1555197" y="186763"/>
                  </a:cubicBezTo>
                  <a:cubicBezTo>
                    <a:pt x="1412597" y="192941"/>
                    <a:pt x="1270102" y="199642"/>
                    <a:pt x="1127607" y="207912"/>
                  </a:cubicBezTo>
                  <a:cubicBezTo>
                    <a:pt x="992127" y="215765"/>
                    <a:pt x="856751" y="226130"/>
                    <a:pt x="721271" y="235029"/>
                  </a:cubicBezTo>
                  <a:cubicBezTo>
                    <a:pt x="646621" y="239951"/>
                    <a:pt x="571761" y="243301"/>
                    <a:pt x="497111" y="248849"/>
                  </a:cubicBezTo>
                  <a:cubicBezTo>
                    <a:pt x="420995" y="254504"/>
                    <a:pt x="344983" y="261833"/>
                    <a:pt x="263318" y="268952"/>
                  </a:cubicBezTo>
                  <a:cubicBezTo>
                    <a:pt x="516270" y="740620"/>
                    <a:pt x="766186" y="1206634"/>
                    <a:pt x="1019034" y="1677988"/>
                  </a:cubicBezTo>
                  <a:cubicBezTo>
                    <a:pt x="1127084" y="1643752"/>
                    <a:pt x="1227803" y="1597579"/>
                    <a:pt x="1331351" y="1559259"/>
                  </a:cubicBezTo>
                  <a:cubicBezTo>
                    <a:pt x="1435736" y="1520626"/>
                    <a:pt x="1538969" y="1478956"/>
                    <a:pt x="1642620" y="1438437"/>
                  </a:cubicBezTo>
                  <a:cubicBezTo>
                    <a:pt x="1746273" y="1397919"/>
                    <a:pt x="1849924" y="1357086"/>
                    <a:pt x="1953576" y="1316463"/>
                  </a:cubicBezTo>
                  <a:cubicBezTo>
                    <a:pt x="2057333" y="1275840"/>
                    <a:pt x="2161089" y="1235217"/>
                    <a:pt x="2264846" y="1194698"/>
                  </a:cubicBezTo>
                  <a:cubicBezTo>
                    <a:pt x="2368184" y="1154389"/>
                    <a:pt x="2471522" y="1114290"/>
                    <a:pt x="2582188" y="1071154"/>
                  </a:cubicBezTo>
                  <a:cubicBezTo>
                    <a:pt x="2583444" y="1095130"/>
                    <a:pt x="2584701" y="1111777"/>
                    <a:pt x="2585119" y="1128424"/>
                  </a:cubicBezTo>
                  <a:cubicBezTo>
                    <a:pt x="2589413" y="1327038"/>
                    <a:pt x="2593181" y="1525756"/>
                    <a:pt x="2597788" y="1724370"/>
                  </a:cubicBezTo>
                  <a:cubicBezTo>
                    <a:pt x="2600615" y="1848019"/>
                    <a:pt x="2604174" y="1971668"/>
                    <a:pt x="2607944" y="2095317"/>
                  </a:cubicBezTo>
                  <a:cubicBezTo>
                    <a:pt x="2610561" y="2180542"/>
                    <a:pt x="2614121" y="2265872"/>
                    <a:pt x="2617471" y="2351096"/>
                  </a:cubicBezTo>
                  <a:cubicBezTo>
                    <a:pt x="2617786" y="2357692"/>
                    <a:pt x="2620403" y="2364080"/>
                    <a:pt x="2622706" y="2374026"/>
                  </a:cubicBezTo>
                  <a:cubicBezTo>
                    <a:pt x="2887908" y="2330890"/>
                    <a:pt x="3151331" y="2288067"/>
                    <a:pt x="3423025" y="2243989"/>
                  </a:cubicBezTo>
                  <a:cubicBezTo>
                    <a:pt x="3341883" y="2503223"/>
                    <a:pt x="3263254" y="2754082"/>
                    <a:pt x="3183474" y="3008919"/>
                  </a:cubicBezTo>
                  <a:cubicBezTo>
                    <a:pt x="3461030" y="3029125"/>
                    <a:pt x="3732933" y="3049018"/>
                    <a:pt x="4011537" y="306933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8"/>
            <p:cNvSpPr/>
            <p:nvPr/>
          </p:nvSpPr>
          <p:spPr>
            <a:xfrm>
              <a:off x="7982396" y="3381104"/>
              <a:ext cx="4209605" cy="3476897"/>
            </a:xfrm>
            <a:custGeom>
              <a:rect b="b" l="l" r="r" t="t"/>
              <a:pathLst>
                <a:path extrusionOk="0" h="3476897" w="4209605">
                  <a:moveTo>
                    <a:pt x="4209605" y="3006662"/>
                  </a:moveTo>
                  <a:lnTo>
                    <a:pt x="4209605" y="3206484"/>
                  </a:lnTo>
                  <a:lnTo>
                    <a:pt x="4175600" y="3279042"/>
                  </a:lnTo>
                  <a:cubicBezTo>
                    <a:pt x="4173192" y="3212244"/>
                    <a:pt x="4186384" y="3148064"/>
                    <a:pt x="4197377" y="3083569"/>
                  </a:cubicBezTo>
                  <a:close/>
                  <a:moveTo>
                    <a:pt x="1797784" y="713"/>
                  </a:moveTo>
                  <a:cubicBezTo>
                    <a:pt x="1975354" y="2703"/>
                    <a:pt x="2152923" y="12126"/>
                    <a:pt x="2330283" y="21339"/>
                  </a:cubicBezTo>
                  <a:cubicBezTo>
                    <a:pt x="2479687" y="29191"/>
                    <a:pt x="2628989" y="39557"/>
                    <a:pt x="2778079" y="52330"/>
                  </a:cubicBezTo>
                  <a:cubicBezTo>
                    <a:pt x="2940991" y="66255"/>
                    <a:pt x="3103484" y="84053"/>
                    <a:pt x="3266185" y="100491"/>
                  </a:cubicBezTo>
                  <a:cubicBezTo>
                    <a:pt x="3376643" y="111694"/>
                    <a:pt x="3487101" y="123421"/>
                    <a:pt x="3604049" y="135565"/>
                  </a:cubicBezTo>
                  <a:cubicBezTo>
                    <a:pt x="3431714" y="726485"/>
                    <a:pt x="3261055" y="1311543"/>
                    <a:pt x="3088930" y="1901520"/>
                  </a:cubicBezTo>
                  <a:cubicBezTo>
                    <a:pt x="3137929" y="1908849"/>
                    <a:pt x="3184625" y="1904556"/>
                    <a:pt x="3230902" y="1905289"/>
                  </a:cubicBezTo>
                  <a:cubicBezTo>
                    <a:pt x="3279691" y="1906022"/>
                    <a:pt x="3328586" y="1905499"/>
                    <a:pt x="3377480" y="1905499"/>
                  </a:cubicBezTo>
                  <a:cubicBezTo>
                    <a:pt x="3424595" y="1905499"/>
                    <a:pt x="3471709" y="1905499"/>
                    <a:pt x="3518824" y="1905499"/>
                  </a:cubicBezTo>
                  <a:lnTo>
                    <a:pt x="3660167" y="1905499"/>
                  </a:lnTo>
                  <a:cubicBezTo>
                    <a:pt x="3707282" y="1905499"/>
                    <a:pt x="3754397" y="1905499"/>
                    <a:pt x="3801511" y="1905499"/>
                  </a:cubicBezTo>
                  <a:cubicBezTo>
                    <a:pt x="3850405" y="1905499"/>
                    <a:pt x="3899195" y="1905499"/>
                    <a:pt x="3948089" y="1905394"/>
                  </a:cubicBezTo>
                  <a:cubicBezTo>
                    <a:pt x="3994994" y="1905394"/>
                    <a:pt x="4041795" y="1905394"/>
                    <a:pt x="4098123" y="1905394"/>
                  </a:cubicBezTo>
                  <a:cubicBezTo>
                    <a:pt x="3936049" y="2167874"/>
                    <a:pt x="3778373" y="2423234"/>
                    <a:pt x="3616403" y="2685505"/>
                  </a:cubicBezTo>
                  <a:cubicBezTo>
                    <a:pt x="3750418" y="2701890"/>
                    <a:pt x="3882365" y="2718014"/>
                    <a:pt x="4013840" y="2734072"/>
                  </a:cubicBezTo>
                  <a:lnTo>
                    <a:pt x="4209605" y="2757971"/>
                  </a:lnTo>
                  <a:lnTo>
                    <a:pt x="4209605" y="2873857"/>
                  </a:lnTo>
                  <a:lnTo>
                    <a:pt x="3859331" y="2810554"/>
                  </a:lnTo>
                  <a:cubicBezTo>
                    <a:pt x="3735472" y="2788895"/>
                    <a:pt x="3610854" y="2767327"/>
                    <a:pt x="3484797" y="2744241"/>
                  </a:cubicBezTo>
                  <a:lnTo>
                    <a:pt x="3484692" y="2744241"/>
                  </a:lnTo>
                  <a:cubicBezTo>
                    <a:pt x="3555678" y="2619858"/>
                    <a:pt x="3622999" y="2502072"/>
                    <a:pt x="3690111" y="2384076"/>
                  </a:cubicBezTo>
                  <a:cubicBezTo>
                    <a:pt x="3756071" y="2267966"/>
                    <a:pt x="3821823" y="2151750"/>
                    <a:pt x="3891761" y="2028310"/>
                  </a:cubicBezTo>
                  <a:cubicBezTo>
                    <a:pt x="3563530" y="1994284"/>
                    <a:pt x="3242943" y="1973971"/>
                    <a:pt x="2920679" y="1941201"/>
                  </a:cubicBezTo>
                  <a:cubicBezTo>
                    <a:pt x="3085161" y="1369755"/>
                    <a:pt x="3248491" y="802497"/>
                    <a:pt x="3412554" y="232202"/>
                  </a:cubicBezTo>
                  <a:cubicBezTo>
                    <a:pt x="3351724" y="223303"/>
                    <a:pt x="3297177" y="212101"/>
                    <a:pt x="3242105" y="207808"/>
                  </a:cubicBezTo>
                  <a:cubicBezTo>
                    <a:pt x="3087674" y="195663"/>
                    <a:pt x="2933139" y="183099"/>
                    <a:pt x="2778499" y="176922"/>
                  </a:cubicBezTo>
                  <a:cubicBezTo>
                    <a:pt x="2633909" y="171163"/>
                    <a:pt x="2489006" y="172210"/>
                    <a:pt x="2344207" y="172315"/>
                  </a:cubicBezTo>
                  <a:cubicBezTo>
                    <a:pt x="2183913" y="172420"/>
                    <a:pt x="2023620" y="173990"/>
                    <a:pt x="1863326" y="176607"/>
                  </a:cubicBezTo>
                  <a:cubicBezTo>
                    <a:pt x="1760616" y="178283"/>
                    <a:pt x="1657906" y="182261"/>
                    <a:pt x="1555196" y="186763"/>
                  </a:cubicBezTo>
                  <a:cubicBezTo>
                    <a:pt x="1412597" y="192941"/>
                    <a:pt x="1270101" y="199642"/>
                    <a:pt x="1127607" y="207912"/>
                  </a:cubicBezTo>
                  <a:cubicBezTo>
                    <a:pt x="992127" y="215765"/>
                    <a:pt x="856751" y="226130"/>
                    <a:pt x="721271" y="235029"/>
                  </a:cubicBezTo>
                  <a:cubicBezTo>
                    <a:pt x="646620" y="239951"/>
                    <a:pt x="571761" y="243301"/>
                    <a:pt x="497110" y="248849"/>
                  </a:cubicBezTo>
                  <a:cubicBezTo>
                    <a:pt x="420994" y="254504"/>
                    <a:pt x="344983" y="261833"/>
                    <a:pt x="263318" y="268952"/>
                  </a:cubicBezTo>
                  <a:cubicBezTo>
                    <a:pt x="516270" y="740620"/>
                    <a:pt x="766186" y="1206634"/>
                    <a:pt x="1019034" y="1677988"/>
                  </a:cubicBezTo>
                  <a:cubicBezTo>
                    <a:pt x="1127084" y="1643752"/>
                    <a:pt x="1227803" y="1597579"/>
                    <a:pt x="1331351" y="1559260"/>
                  </a:cubicBezTo>
                  <a:cubicBezTo>
                    <a:pt x="1435735" y="1520626"/>
                    <a:pt x="1538969" y="1478956"/>
                    <a:pt x="1642620" y="1438437"/>
                  </a:cubicBezTo>
                  <a:cubicBezTo>
                    <a:pt x="1746273" y="1397919"/>
                    <a:pt x="1849924" y="1357086"/>
                    <a:pt x="1953576" y="1316463"/>
                  </a:cubicBezTo>
                  <a:cubicBezTo>
                    <a:pt x="2057333" y="1275840"/>
                    <a:pt x="2161089" y="1235217"/>
                    <a:pt x="2264846" y="1194698"/>
                  </a:cubicBezTo>
                  <a:cubicBezTo>
                    <a:pt x="2368184" y="1154389"/>
                    <a:pt x="2471522" y="1114290"/>
                    <a:pt x="2582188" y="1071154"/>
                  </a:cubicBezTo>
                  <a:cubicBezTo>
                    <a:pt x="2583444" y="1095130"/>
                    <a:pt x="2584701" y="1111777"/>
                    <a:pt x="2585119" y="1128424"/>
                  </a:cubicBezTo>
                  <a:cubicBezTo>
                    <a:pt x="2589413" y="1327038"/>
                    <a:pt x="2593181" y="1525756"/>
                    <a:pt x="2597788" y="1724370"/>
                  </a:cubicBezTo>
                  <a:cubicBezTo>
                    <a:pt x="2600615" y="1848019"/>
                    <a:pt x="2604175" y="1971668"/>
                    <a:pt x="2607943" y="2095318"/>
                  </a:cubicBezTo>
                  <a:cubicBezTo>
                    <a:pt x="2610561" y="2180542"/>
                    <a:pt x="2614121" y="2265872"/>
                    <a:pt x="2617471" y="2351096"/>
                  </a:cubicBezTo>
                  <a:cubicBezTo>
                    <a:pt x="2617786" y="2357692"/>
                    <a:pt x="2620403" y="2364080"/>
                    <a:pt x="2622706" y="2374026"/>
                  </a:cubicBezTo>
                  <a:cubicBezTo>
                    <a:pt x="2887908" y="2330890"/>
                    <a:pt x="3151331" y="2288067"/>
                    <a:pt x="3423025" y="2243990"/>
                  </a:cubicBezTo>
                  <a:cubicBezTo>
                    <a:pt x="3341883" y="2503224"/>
                    <a:pt x="3263254" y="2754082"/>
                    <a:pt x="3183474" y="3008919"/>
                  </a:cubicBezTo>
                  <a:cubicBezTo>
                    <a:pt x="3461030" y="3029126"/>
                    <a:pt x="3732933" y="3049019"/>
                    <a:pt x="4011537" y="3069330"/>
                  </a:cubicBezTo>
                  <a:lnTo>
                    <a:pt x="3845371" y="3476897"/>
                  </a:lnTo>
                  <a:lnTo>
                    <a:pt x="3812983" y="3476897"/>
                  </a:lnTo>
                  <a:lnTo>
                    <a:pt x="3891553" y="3180520"/>
                  </a:lnTo>
                  <a:cubicBezTo>
                    <a:pt x="3868309" y="3177066"/>
                    <a:pt x="3848207" y="3171831"/>
                    <a:pt x="3828000" y="3171411"/>
                  </a:cubicBezTo>
                  <a:cubicBezTo>
                    <a:pt x="3730315" y="3169109"/>
                    <a:pt x="3632632" y="3168480"/>
                    <a:pt x="3535052" y="3166490"/>
                  </a:cubicBezTo>
                  <a:cubicBezTo>
                    <a:pt x="3399153" y="3163664"/>
                    <a:pt x="3263359" y="3160418"/>
                    <a:pt x="3127459" y="3156335"/>
                  </a:cubicBezTo>
                  <a:cubicBezTo>
                    <a:pt x="3096469" y="3155392"/>
                    <a:pt x="3065688" y="3150367"/>
                    <a:pt x="3029985" y="3146703"/>
                  </a:cubicBezTo>
                  <a:cubicBezTo>
                    <a:pt x="3116885" y="2890505"/>
                    <a:pt x="3203157" y="2636401"/>
                    <a:pt x="3292046" y="2374235"/>
                  </a:cubicBezTo>
                  <a:cubicBezTo>
                    <a:pt x="3019411" y="2422606"/>
                    <a:pt x="2755255" y="2469511"/>
                    <a:pt x="2487540" y="2517044"/>
                  </a:cubicBezTo>
                  <a:cubicBezTo>
                    <a:pt x="2463565" y="2122644"/>
                    <a:pt x="2439798" y="1732431"/>
                    <a:pt x="2416031" y="1342114"/>
                  </a:cubicBezTo>
                  <a:cubicBezTo>
                    <a:pt x="2371639" y="1345360"/>
                    <a:pt x="1968025" y="1493090"/>
                    <a:pt x="1688269" y="1601453"/>
                  </a:cubicBezTo>
                  <a:cubicBezTo>
                    <a:pt x="1448404" y="1694426"/>
                    <a:pt x="1206026" y="1780802"/>
                    <a:pt x="960717" y="1871576"/>
                  </a:cubicBezTo>
                  <a:cubicBezTo>
                    <a:pt x="640966" y="1294267"/>
                    <a:pt x="322054" y="718948"/>
                    <a:pt x="0" y="138079"/>
                  </a:cubicBezTo>
                  <a:cubicBezTo>
                    <a:pt x="54862" y="125933"/>
                    <a:pt x="106060" y="112218"/>
                    <a:pt x="158095" y="103423"/>
                  </a:cubicBezTo>
                  <a:cubicBezTo>
                    <a:pt x="266040" y="85310"/>
                    <a:pt x="374298" y="68244"/>
                    <a:pt x="482766" y="53691"/>
                  </a:cubicBezTo>
                  <a:cubicBezTo>
                    <a:pt x="560348" y="43326"/>
                    <a:pt x="638454" y="35369"/>
                    <a:pt x="716559" y="30762"/>
                  </a:cubicBezTo>
                  <a:cubicBezTo>
                    <a:pt x="876434" y="21129"/>
                    <a:pt x="1036518" y="11602"/>
                    <a:pt x="1196604" y="7309"/>
                  </a:cubicBezTo>
                  <a:cubicBezTo>
                    <a:pt x="1396892" y="1970"/>
                    <a:pt x="1597391" y="-1590"/>
                    <a:pt x="1797784" y="71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estrial"/>
              <a:buNone/>
              <a:defRPr b="0" i="0" sz="4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10"/>
          <p:cNvGrpSpPr/>
          <p:nvPr/>
        </p:nvGrpSpPr>
        <p:grpSpPr>
          <a:xfrm>
            <a:off x="1852188" y="257336"/>
            <a:ext cx="8487600" cy="2925864"/>
            <a:chOff x="1852188" y="257336"/>
            <a:chExt cx="8487600" cy="2925864"/>
          </a:xfrm>
        </p:grpSpPr>
        <p:sp>
          <p:nvSpPr>
            <p:cNvPr id="62" name="Google Shape;62;p10"/>
            <p:cNvSpPr/>
            <p:nvPr/>
          </p:nvSpPr>
          <p:spPr>
            <a:xfrm>
              <a:off x="1920750" y="2422819"/>
              <a:ext cx="8110518" cy="745830"/>
            </a:xfrm>
            <a:prstGeom prst="parallelogram">
              <a:avLst>
                <a:gd fmla="val 25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10"/>
            <p:cNvSpPr txBox="1"/>
            <p:nvPr/>
          </p:nvSpPr>
          <p:spPr>
            <a:xfrm>
              <a:off x="2525341" y="2413759"/>
              <a:ext cx="7141318" cy="769441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4400">
                  <a:solidFill>
                    <a:schemeClr val="lt1"/>
                  </a:solidFill>
                  <a:latin typeface="Luckiest Guy"/>
                  <a:ea typeface="Luckiest Guy"/>
                  <a:cs typeface="Luckiest Guy"/>
                  <a:sym typeface="Luckiest Guy"/>
                </a:rPr>
                <a:t>Gotta Catch 'Em All!</a:t>
              </a:r>
              <a:endParaRPr sz="4400">
                <a:solidFill>
                  <a:schemeClr val="lt1"/>
                </a:solidFill>
                <a:latin typeface="Luckiest Guy"/>
                <a:ea typeface="Luckiest Guy"/>
                <a:cs typeface="Luckiest Guy"/>
                <a:sym typeface="Luckiest Guy"/>
              </a:endParaRPr>
            </a:p>
          </p:txBody>
        </p:sp>
        <p:grpSp>
          <p:nvGrpSpPr>
            <p:cNvPr id="64" name="Google Shape;64;p10"/>
            <p:cNvGrpSpPr/>
            <p:nvPr/>
          </p:nvGrpSpPr>
          <p:grpSpPr>
            <a:xfrm>
              <a:off x="1852188" y="257336"/>
              <a:ext cx="8487600" cy="2374899"/>
              <a:chOff x="1852188" y="304218"/>
              <a:chExt cx="8487600" cy="2374899"/>
            </a:xfrm>
          </p:grpSpPr>
          <p:sp>
            <p:nvSpPr>
              <p:cNvPr id="65" name="Google Shape;65;p10"/>
              <p:cNvSpPr/>
              <p:nvPr/>
            </p:nvSpPr>
            <p:spPr>
              <a:xfrm>
                <a:off x="2005380" y="304218"/>
                <a:ext cx="8181240" cy="2021226"/>
              </a:xfrm>
              <a:custGeom>
                <a:rect b="b" l="l" r="r" t="t"/>
                <a:pathLst>
                  <a:path extrusionOk="0" h="1690711" w="6843429">
                    <a:moveTo>
                      <a:pt x="6840506" y="1004309"/>
                    </a:moveTo>
                    <a:cubicBezTo>
                      <a:pt x="6838727" y="964904"/>
                      <a:pt x="6835294" y="924228"/>
                      <a:pt x="6830210" y="883426"/>
                    </a:cubicBezTo>
                    <a:cubicBezTo>
                      <a:pt x="6824998" y="841097"/>
                      <a:pt x="6817245" y="799786"/>
                      <a:pt x="6807076" y="760636"/>
                    </a:cubicBezTo>
                    <a:cubicBezTo>
                      <a:pt x="6796525" y="719452"/>
                      <a:pt x="6782289" y="679793"/>
                      <a:pt x="6764875" y="643058"/>
                    </a:cubicBezTo>
                    <a:cubicBezTo>
                      <a:pt x="6745554" y="602255"/>
                      <a:pt x="6720894" y="565901"/>
                      <a:pt x="6691531" y="535394"/>
                    </a:cubicBezTo>
                    <a:cubicBezTo>
                      <a:pt x="6660516" y="502981"/>
                      <a:pt x="6623145" y="477177"/>
                      <a:pt x="6580563" y="458491"/>
                    </a:cubicBezTo>
                    <a:cubicBezTo>
                      <a:pt x="6537345" y="439552"/>
                      <a:pt x="6488026" y="430019"/>
                      <a:pt x="6433749" y="430019"/>
                    </a:cubicBezTo>
                    <a:cubicBezTo>
                      <a:pt x="6402099" y="430019"/>
                      <a:pt x="6371210" y="434467"/>
                      <a:pt x="6342102" y="443238"/>
                    </a:cubicBezTo>
                    <a:cubicBezTo>
                      <a:pt x="6337907" y="444509"/>
                      <a:pt x="6333839" y="445780"/>
                      <a:pt x="6329645" y="447179"/>
                    </a:cubicBezTo>
                    <a:lnTo>
                      <a:pt x="6330153" y="425951"/>
                    </a:lnTo>
                    <a:lnTo>
                      <a:pt x="5790819" y="453407"/>
                    </a:lnTo>
                    <a:lnTo>
                      <a:pt x="5787896" y="547088"/>
                    </a:lnTo>
                    <a:cubicBezTo>
                      <a:pt x="5786752" y="584840"/>
                      <a:pt x="5785353" y="622720"/>
                      <a:pt x="5784082" y="660472"/>
                    </a:cubicBezTo>
                    <a:cubicBezTo>
                      <a:pt x="5772897" y="646744"/>
                      <a:pt x="5761075" y="633778"/>
                      <a:pt x="5748618" y="621449"/>
                    </a:cubicBezTo>
                    <a:cubicBezTo>
                      <a:pt x="5698536" y="571875"/>
                      <a:pt x="5637650" y="533487"/>
                      <a:pt x="5567738" y="507048"/>
                    </a:cubicBezTo>
                    <a:cubicBezTo>
                      <a:pt x="5499734" y="481499"/>
                      <a:pt x="5424357" y="468406"/>
                      <a:pt x="5343514" y="468406"/>
                    </a:cubicBezTo>
                    <a:cubicBezTo>
                      <a:pt x="5290762" y="468406"/>
                      <a:pt x="5239664" y="475906"/>
                      <a:pt x="5191743" y="490778"/>
                    </a:cubicBezTo>
                    <a:cubicBezTo>
                      <a:pt x="5144584" y="505396"/>
                      <a:pt x="5099968" y="526115"/>
                      <a:pt x="5059292" y="552427"/>
                    </a:cubicBezTo>
                    <a:cubicBezTo>
                      <a:pt x="5018998" y="578485"/>
                      <a:pt x="4982136" y="609881"/>
                      <a:pt x="4949722" y="645854"/>
                    </a:cubicBezTo>
                    <a:cubicBezTo>
                      <a:pt x="4936375" y="660599"/>
                      <a:pt x="4924046" y="676234"/>
                      <a:pt x="4912224" y="692250"/>
                    </a:cubicBezTo>
                    <a:cubicBezTo>
                      <a:pt x="4897225" y="649667"/>
                      <a:pt x="4877142" y="610517"/>
                      <a:pt x="4851974" y="576197"/>
                    </a:cubicBezTo>
                    <a:cubicBezTo>
                      <a:pt x="4821721" y="534886"/>
                      <a:pt x="4783460" y="501328"/>
                      <a:pt x="4738209" y="476414"/>
                    </a:cubicBezTo>
                    <a:cubicBezTo>
                      <a:pt x="4690923" y="450356"/>
                      <a:pt x="4634867" y="437137"/>
                      <a:pt x="4571566" y="437137"/>
                    </a:cubicBezTo>
                    <a:cubicBezTo>
                      <a:pt x="4538008" y="437137"/>
                      <a:pt x="4506357" y="441331"/>
                      <a:pt x="4477376" y="449594"/>
                    </a:cubicBezTo>
                    <a:cubicBezTo>
                      <a:pt x="4449030" y="457729"/>
                      <a:pt x="4422210" y="469169"/>
                      <a:pt x="4397550" y="483914"/>
                    </a:cubicBezTo>
                    <a:cubicBezTo>
                      <a:pt x="4389161" y="488998"/>
                      <a:pt x="4380771" y="494337"/>
                      <a:pt x="4372636" y="500184"/>
                    </a:cubicBezTo>
                    <a:cubicBezTo>
                      <a:pt x="4361196" y="490269"/>
                      <a:pt x="4348993" y="481499"/>
                      <a:pt x="4336028" y="473999"/>
                    </a:cubicBezTo>
                    <a:cubicBezTo>
                      <a:pt x="4311368" y="459890"/>
                      <a:pt x="4284039" y="449975"/>
                      <a:pt x="4254549" y="444255"/>
                    </a:cubicBezTo>
                    <a:cubicBezTo>
                      <a:pt x="4229890" y="439425"/>
                      <a:pt x="4202306" y="437137"/>
                      <a:pt x="4172690" y="437137"/>
                    </a:cubicBezTo>
                    <a:cubicBezTo>
                      <a:pt x="4143073" y="437137"/>
                      <a:pt x="4111676" y="442857"/>
                      <a:pt x="4083076" y="454170"/>
                    </a:cubicBezTo>
                    <a:cubicBezTo>
                      <a:pt x="4075322" y="457220"/>
                      <a:pt x="4067695" y="460525"/>
                      <a:pt x="4060196" y="464212"/>
                    </a:cubicBezTo>
                    <a:lnTo>
                      <a:pt x="3555436" y="485439"/>
                    </a:lnTo>
                    <a:lnTo>
                      <a:pt x="3555436" y="582934"/>
                    </a:lnTo>
                    <a:cubicBezTo>
                      <a:pt x="3555436" y="590306"/>
                      <a:pt x="3555182" y="597679"/>
                      <a:pt x="3555182" y="605051"/>
                    </a:cubicBezTo>
                    <a:cubicBezTo>
                      <a:pt x="3531666" y="574926"/>
                      <a:pt x="3504846" y="547851"/>
                      <a:pt x="3474593" y="524971"/>
                    </a:cubicBezTo>
                    <a:cubicBezTo>
                      <a:pt x="3461119" y="514802"/>
                      <a:pt x="3446756" y="505777"/>
                      <a:pt x="3432011" y="497260"/>
                    </a:cubicBezTo>
                    <a:cubicBezTo>
                      <a:pt x="3484126" y="466627"/>
                      <a:pt x="3538403" y="435866"/>
                      <a:pt x="3593442" y="405740"/>
                    </a:cubicBezTo>
                    <a:lnTo>
                      <a:pt x="3698691" y="348159"/>
                    </a:lnTo>
                    <a:lnTo>
                      <a:pt x="3425782" y="0"/>
                    </a:lnTo>
                    <a:lnTo>
                      <a:pt x="3345194" y="68005"/>
                    </a:lnTo>
                    <a:cubicBezTo>
                      <a:pt x="3305153" y="101816"/>
                      <a:pt x="3266130" y="135882"/>
                      <a:pt x="3229141" y="169440"/>
                    </a:cubicBezTo>
                    <a:cubicBezTo>
                      <a:pt x="3213760" y="183422"/>
                      <a:pt x="3197744" y="198040"/>
                      <a:pt x="3181347" y="213293"/>
                    </a:cubicBezTo>
                    <a:cubicBezTo>
                      <a:pt x="3164568" y="228801"/>
                      <a:pt x="3148171" y="244436"/>
                      <a:pt x="3132536" y="259943"/>
                    </a:cubicBezTo>
                    <a:cubicBezTo>
                      <a:pt x="3116774" y="275451"/>
                      <a:pt x="3101648" y="290831"/>
                      <a:pt x="3087793" y="305449"/>
                    </a:cubicBezTo>
                    <a:cubicBezTo>
                      <a:pt x="3073048" y="320957"/>
                      <a:pt x="3060083" y="335447"/>
                      <a:pt x="3049278" y="348413"/>
                    </a:cubicBezTo>
                    <a:lnTo>
                      <a:pt x="2992459" y="416545"/>
                    </a:lnTo>
                    <a:lnTo>
                      <a:pt x="3036440" y="464720"/>
                    </a:lnTo>
                    <a:cubicBezTo>
                      <a:pt x="3034787" y="465228"/>
                      <a:pt x="3033008" y="465737"/>
                      <a:pt x="3031355" y="466372"/>
                    </a:cubicBezTo>
                    <a:cubicBezTo>
                      <a:pt x="2978985" y="484676"/>
                      <a:pt x="2931191" y="510734"/>
                      <a:pt x="2889245" y="543656"/>
                    </a:cubicBezTo>
                    <a:cubicBezTo>
                      <a:pt x="2879584" y="551283"/>
                      <a:pt x="2870178" y="559291"/>
                      <a:pt x="2861026" y="567553"/>
                    </a:cubicBezTo>
                    <a:lnTo>
                      <a:pt x="2388298" y="450356"/>
                    </a:lnTo>
                    <a:lnTo>
                      <a:pt x="2359952" y="491159"/>
                    </a:lnTo>
                    <a:lnTo>
                      <a:pt x="2361351" y="474508"/>
                    </a:lnTo>
                    <a:lnTo>
                      <a:pt x="1819728" y="444255"/>
                    </a:lnTo>
                    <a:lnTo>
                      <a:pt x="1815280" y="645854"/>
                    </a:lnTo>
                    <a:cubicBezTo>
                      <a:pt x="1807907" y="637465"/>
                      <a:pt x="1800280" y="629202"/>
                      <a:pt x="1792399" y="621449"/>
                    </a:cubicBezTo>
                    <a:cubicBezTo>
                      <a:pt x="1742317" y="571875"/>
                      <a:pt x="1681431" y="533487"/>
                      <a:pt x="1611520" y="507048"/>
                    </a:cubicBezTo>
                    <a:cubicBezTo>
                      <a:pt x="1543515" y="481499"/>
                      <a:pt x="1468138" y="468533"/>
                      <a:pt x="1387295" y="468533"/>
                    </a:cubicBezTo>
                    <a:cubicBezTo>
                      <a:pt x="1334544" y="468533"/>
                      <a:pt x="1283445" y="476033"/>
                      <a:pt x="1235524" y="490905"/>
                    </a:cubicBezTo>
                    <a:cubicBezTo>
                      <a:pt x="1188366" y="505523"/>
                      <a:pt x="1143749" y="526242"/>
                      <a:pt x="1103074" y="552554"/>
                    </a:cubicBezTo>
                    <a:cubicBezTo>
                      <a:pt x="1062779" y="578612"/>
                      <a:pt x="1025917" y="610009"/>
                      <a:pt x="993504" y="645981"/>
                    </a:cubicBezTo>
                    <a:cubicBezTo>
                      <a:pt x="987021" y="653226"/>
                      <a:pt x="980792" y="660599"/>
                      <a:pt x="974691" y="668099"/>
                    </a:cubicBezTo>
                    <a:cubicBezTo>
                      <a:pt x="964776" y="650684"/>
                      <a:pt x="953845" y="634033"/>
                      <a:pt x="941642" y="618525"/>
                    </a:cubicBezTo>
                    <a:cubicBezTo>
                      <a:pt x="914186" y="583569"/>
                      <a:pt x="881264" y="553190"/>
                      <a:pt x="843766" y="528149"/>
                    </a:cubicBezTo>
                    <a:cubicBezTo>
                      <a:pt x="808811" y="504760"/>
                      <a:pt x="770677" y="485058"/>
                      <a:pt x="730256" y="469677"/>
                    </a:cubicBezTo>
                    <a:cubicBezTo>
                      <a:pt x="690470" y="454424"/>
                      <a:pt x="648396" y="443111"/>
                      <a:pt x="605178" y="436120"/>
                    </a:cubicBezTo>
                    <a:cubicBezTo>
                      <a:pt x="563358" y="429383"/>
                      <a:pt x="521030" y="425951"/>
                      <a:pt x="479210" y="425951"/>
                    </a:cubicBezTo>
                    <a:cubicBezTo>
                      <a:pt x="409935" y="425951"/>
                      <a:pt x="341676" y="430908"/>
                      <a:pt x="276213" y="440569"/>
                    </a:cubicBezTo>
                    <a:cubicBezTo>
                      <a:pt x="211005" y="450229"/>
                      <a:pt x="144907" y="464974"/>
                      <a:pt x="79953" y="484295"/>
                    </a:cubicBezTo>
                    <a:lnTo>
                      <a:pt x="10804" y="504760"/>
                    </a:lnTo>
                    <a:lnTo>
                      <a:pt x="7372" y="576832"/>
                    </a:lnTo>
                    <a:cubicBezTo>
                      <a:pt x="4449" y="637465"/>
                      <a:pt x="3178" y="698351"/>
                      <a:pt x="3686" y="757839"/>
                    </a:cubicBezTo>
                    <a:cubicBezTo>
                      <a:pt x="4195" y="814785"/>
                      <a:pt x="3940" y="872367"/>
                      <a:pt x="2924" y="929948"/>
                    </a:cubicBezTo>
                    <a:cubicBezTo>
                      <a:pt x="1907" y="1039773"/>
                      <a:pt x="1271" y="1148707"/>
                      <a:pt x="763" y="1256625"/>
                    </a:cubicBezTo>
                    <a:cubicBezTo>
                      <a:pt x="254" y="1364543"/>
                      <a:pt x="0" y="1472969"/>
                      <a:pt x="0" y="1581904"/>
                    </a:cubicBezTo>
                    <a:lnTo>
                      <a:pt x="0" y="1683593"/>
                    </a:lnTo>
                    <a:lnTo>
                      <a:pt x="535267" y="1683593"/>
                    </a:lnTo>
                    <a:lnTo>
                      <a:pt x="535267" y="1345349"/>
                    </a:lnTo>
                    <a:cubicBezTo>
                      <a:pt x="544673" y="1344332"/>
                      <a:pt x="554206" y="1343061"/>
                      <a:pt x="563612" y="1341790"/>
                    </a:cubicBezTo>
                    <a:cubicBezTo>
                      <a:pt x="608483" y="1335561"/>
                      <a:pt x="652590" y="1325647"/>
                      <a:pt x="694664" y="1312427"/>
                    </a:cubicBezTo>
                    <a:cubicBezTo>
                      <a:pt x="738264" y="1298699"/>
                      <a:pt x="779829" y="1280522"/>
                      <a:pt x="818217" y="1258405"/>
                    </a:cubicBezTo>
                    <a:cubicBezTo>
                      <a:pt x="836521" y="1247982"/>
                      <a:pt x="853681" y="1236160"/>
                      <a:pt x="870078" y="1223449"/>
                    </a:cubicBezTo>
                    <a:cubicBezTo>
                      <a:pt x="882027" y="1259422"/>
                      <a:pt x="897026" y="1293869"/>
                      <a:pt x="915330" y="1326028"/>
                    </a:cubicBezTo>
                    <a:cubicBezTo>
                      <a:pt x="938846" y="1367466"/>
                      <a:pt x="967700" y="1405727"/>
                      <a:pt x="1001130" y="1439793"/>
                    </a:cubicBezTo>
                    <a:cubicBezTo>
                      <a:pt x="1034688" y="1473859"/>
                      <a:pt x="1072567" y="1503349"/>
                      <a:pt x="1113878" y="1527500"/>
                    </a:cubicBezTo>
                    <a:cubicBezTo>
                      <a:pt x="1154808" y="1551397"/>
                      <a:pt x="1199424" y="1570337"/>
                      <a:pt x="1246201" y="1583556"/>
                    </a:cubicBezTo>
                    <a:cubicBezTo>
                      <a:pt x="1293741" y="1596903"/>
                      <a:pt x="1344077" y="1603767"/>
                      <a:pt x="1395939" y="1603767"/>
                    </a:cubicBezTo>
                    <a:cubicBezTo>
                      <a:pt x="1447800" y="1603767"/>
                      <a:pt x="1501441" y="1596521"/>
                      <a:pt x="1550125" y="1582158"/>
                    </a:cubicBezTo>
                    <a:cubicBezTo>
                      <a:pt x="1598173" y="1567921"/>
                      <a:pt x="1643425" y="1547711"/>
                      <a:pt x="1684482" y="1522034"/>
                    </a:cubicBezTo>
                    <a:cubicBezTo>
                      <a:pt x="1725539" y="1496358"/>
                      <a:pt x="1763037" y="1465215"/>
                      <a:pt x="1795959" y="1429497"/>
                    </a:cubicBezTo>
                    <a:cubicBezTo>
                      <a:pt x="1796721" y="1428734"/>
                      <a:pt x="1797357" y="1427844"/>
                      <a:pt x="1797992" y="1427082"/>
                    </a:cubicBezTo>
                    <a:lnTo>
                      <a:pt x="1792399" y="1677619"/>
                    </a:lnTo>
                    <a:lnTo>
                      <a:pt x="2290550" y="1658425"/>
                    </a:lnTo>
                    <a:lnTo>
                      <a:pt x="2293981" y="1574277"/>
                    </a:lnTo>
                    <a:lnTo>
                      <a:pt x="2376350" y="1685881"/>
                    </a:lnTo>
                    <a:lnTo>
                      <a:pt x="2882126" y="1596521"/>
                    </a:lnTo>
                    <a:cubicBezTo>
                      <a:pt x="2882889" y="1597030"/>
                      <a:pt x="2883525" y="1597666"/>
                      <a:pt x="2884287" y="1598174"/>
                    </a:cubicBezTo>
                    <a:cubicBezTo>
                      <a:pt x="2924328" y="1627283"/>
                      <a:pt x="2969325" y="1650290"/>
                      <a:pt x="3018136" y="1666433"/>
                    </a:cubicBezTo>
                    <a:cubicBezTo>
                      <a:pt x="3067201" y="1682576"/>
                      <a:pt x="3121223" y="1690711"/>
                      <a:pt x="3178805" y="1690711"/>
                    </a:cubicBezTo>
                    <a:cubicBezTo>
                      <a:pt x="3205625" y="1690711"/>
                      <a:pt x="3233208" y="1689059"/>
                      <a:pt x="3260664" y="1685754"/>
                    </a:cubicBezTo>
                    <a:cubicBezTo>
                      <a:pt x="3288883" y="1682322"/>
                      <a:pt x="3317356" y="1676856"/>
                      <a:pt x="3345194" y="1669483"/>
                    </a:cubicBezTo>
                    <a:cubicBezTo>
                      <a:pt x="3373921" y="1661857"/>
                      <a:pt x="3402140" y="1651688"/>
                      <a:pt x="3429087" y="1639358"/>
                    </a:cubicBezTo>
                    <a:cubicBezTo>
                      <a:pt x="3448917" y="1630206"/>
                      <a:pt x="3467856" y="1619529"/>
                      <a:pt x="3485779" y="1607580"/>
                    </a:cubicBezTo>
                    <a:lnTo>
                      <a:pt x="3481584" y="1652324"/>
                    </a:lnTo>
                    <a:lnTo>
                      <a:pt x="4050917" y="1652324"/>
                    </a:lnTo>
                    <a:lnTo>
                      <a:pt x="4051552" y="1629443"/>
                    </a:lnTo>
                    <a:lnTo>
                      <a:pt x="4358400" y="1617749"/>
                    </a:lnTo>
                    <a:lnTo>
                      <a:pt x="4358145" y="1619402"/>
                    </a:lnTo>
                    <a:lnTo>
                      <a:pt x="4934850" y="1592454"/>
                    </a:lnTo>
                    <a:lnTo>
                      <a:pt x="4942350" y="1503476"/>
                    </a:lnTo>
                    <a:cubicBezTo>
                      <a:pt x="4944383" y="1478943"/>
                      <a:pt x="4946290" y="1454284"/>
                      <a:pt x="4948197" y="1429751"/>
                    </a:cubicBezTo>
                    <a:cubicBezTo>
                      <a:pt x="4951375" y="1433056"/>
                      <a:pt x="4954298" y="1436615"/>
                      <a:pt x="4957476" y="1439920"/>
                    </a:cubicBezTo>
                    <a:cubicBezTo>
                      <a:pt x="4991034" y="1473986"/>
                      <a:pt x="5028913" y="1503476"/>
                      <a:pt x="5070224" y="1527627"/>
                    </a:cubicBezTo>
                    <a:cubicBezTo>
                      <a:pt x="5111154" y="1551524"/>
                      <a:pt x="5155770" y="1570464"/>
                      <a:pt x="5202547" y="1583683"/>
                    </a:cubicBezTo>
                    <a:cubicBezTo>
                      <a:pt x="5250087" y="1597030"/>
                      <a:pt x="5300423" y="1603894"/>
                      <a:pt x="5352284" y="1603894"/>
                    </a:cubicBezTo>
                    <a:cubicBezTo>
                      <a:pt x="5404146" y="1603894"/>
                      <a:pt x="5457787" y="1596649"/>
                      <a:pt x="5506471" y="1582285"/>
                    </a:cubicBezTo>
                    <a:cubicBezTo>
                      <a:pt x="5554519" y="1568049"/>
                      <a:pt x="5599770" y="1547838"/>
                      <a:pt x="5640828" y="1522161"/>
                    </a:cubicBezTo>
                    <a:cubicBezTo>
                      <a:pt x="5679342" y="1498010"/>
                      <a:pt x="5714679" y="1469029"/>
                      <a:pt x="5746076" y="1435980"/>
                    </a:cubicBezTo>
                    <a:cubicBezTo>
                      <a:pt x="5744042" y="1472334"/>
                      <a:pt x="5742008" y="1508687"/>
                      <a:pt x="5739974" y="1544787"/>
                    </a:cubicBezTo>
                    <a:lnTo>
                      <a:pt x="5733619" y="1657027"/>
                    </a:lnTo>
                    <a:lnTo>
                      <a:pt x="6303714" y="1632494"/>
                    </a:lnTo>
                    <a:lnTo>
                      <a:pt x="6303968" y="1623469"/>
                    </a:lnTo>
                    <a:lnTo>
                      <a:pt x="6831735" y="1632621"/>
                    </a:lnTo>
                    <a:lnTo>
                      <a:pt x="6836184" y="1533728"/>
                    </a:lnTo>
                    <a:cubicBezTo>
                      <a:pt x="6838599" y="1479960"/>
                      <a:pt x="6840379" y="1425938"/>
                      <a:pt x="6841650" y="1373059"/>
                    </a:cubicBezTo>
                    <a:cubicBezTo>
                      <a:pt x="6842794" y="1320308"/>
                      <a:pt x="6843430" y="1265904"/>
                      <a:pt x="6843430" y="1211500"/>
                    </a:cubicBezTo>
                    <a:lnTo>
                      <a:pt x="6843430" y="1116802"/>
                    </a:lnTo>
                    <a:cubicBezTo>
                      <a:pt x="6843430" y="1080703"/>
                      <a:pt x="6842540" y="1042951"/>
                      <a:pt x="6840887" y="1004690"/>
                    </a:cubicBezTo>
                    <a:close/>
                    <a:moveTo>
                      <a:pt x="2585957" y="1036341"/>
                    </a:moveTo>
                    <a:lnTo>
                      <a:pt x="2665656" y="941515"/>
                    </a:lnTo>
                    <a:cubicBezTo>
                      <a:pt x="2656885" y="990326"/>
                      <a:pt x="2652436" y="1039773"/>
                      <a:pt x="2652436" y="1088711"/>
                    </a:cubicBezTo>
                    <a:cubicBezTo>
                      <a:pt x="2652436" y="1110574"/>
                      <a:pt x="2653580" y="1132310"/>
                      <a:pt x="2655360" y="1154046"/>
                    </a:cubicBezTo>
                    <a:lnTo>
                      <a:pt x="2585830" y="103634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228600" sx="102000" rotWithShape="0" algn="ctr" sy="1020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0"/>
              <p:cNvSpPr txBox="1"/>
              <p:nvPr/>
            </p:nvSpPr>
            <p:spPr>
              <a:xfrm>
                <a:off x="1852188" y="462717"/>
                <a:ext cx="8487600" cy="221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3800">
                    <a:solidFill>
                      <a:schemeClr val="accent2"/>
                    </a:solidFill>
                    <a:latin typeface="Luckiest Guy"/>
                    <a:ea typeface="Luckiest Guy"/>
                    <a:cs typeface="Luckiest Guy"/>
                    <a:sym typeface="Luckiest Guy"/>
                  </a:rPr>
                  <a:t>Pokémon</a:t>
                </a:r>
                <a:endParaRPr sz="13800">
                  <a:solidFill>
                    <a:schemeClr val="accent2"/>
                  </a:solidFill>
                  <a:latin typeface="Luckiest Guy"/>
                  <a:ea typeface="Luckiest Guy"/>
                  <a:cs typeface="Luckiest Guy"/>
                  <a:sym typeface="Luckiest Guy"/>
                </a:endParaRPr>
              </a:p>
            </p:txBody>
          </p:sp>
        </p:grpSp>
        <p:grpSp>
          <p:nvGrpSpPr>
            <p:cNvPr id="67" name="Google Shape;67;p10"/>
            <p:cNvGrpSpPr/>
            <p:nvPr/>
          </p:nvGrpSpPr>
          <p:grpSpPr>
            <a:xfrm>
              <a:off x="3118399" y="924440"/>
              <a:ext cx="1101649" cy="1123789"/>
              <a:chOff x="2699839" y="1370599"/>
              <a:chExt cx="943754" cy="943752"/>
            </a:xfrm>
          </p:grpSpPr>
          <p:sp>
            <p:nvSpPr>
              <p:cNvPr id="68" name="Google Shape;68;p10"/>
              <p:cNvSpPr/>
              <p:nvPr/>
            </p:nvSpPr>
            <p:spPr>
              <a:xfrm>
                <a:off x="2699839" y="1370599"/>
                <a:ext cx="943754" cy="943750"/>
              </a:xfrm>
              <a:custGeom>
                <a:rect b="b" l="l" r="r" t="t"/>
                <a:pathLst>
                  <a:path extrusionOk="0" h="943750" w="943754">
                    <a:moveTo>
                      <a:pt x="906656" y="288198"/>
                    </a:moveTo>
                    <a:cubicBezTo>
                      <a:pt x="882893" y="232008"/>
                      <a:pt x="848882" y="181534"/>
                      <a:pt x="805564" y="138203"/>
                    </a:cubicBezTo>
                    <a:cubicBezTo>
                      <a:pt x="762216" y="94885"/>
                      <a:pt x="711731" y="60857"/>
                      <a:pt x="655567" y="37097"/>
                    </a:cubicBezTo>
                    <a:cubicBezTo>
                      <a:pt x="597392" y="12487"/>
                      <a:pt x="535583" y="0"/>
                      <a:pt x="471876" y="0"/>
                    </a:cubicBezTo>
                    <a:cubicBezTo>
                      <a:pt x="408182" y="0"/>
                      <a:pt x="346377" y="12485"/>
                      <a:pt x="288198" y="37097"/>
                    </a:cubicBezTo>
                    <a:cubicBezTo>
                      <a:pt x="232008" y="60857"/>
                      <a:pt x="181534" y="94887"/>
                      <a:pt x="138201" y="138203"/>
                    </a:cubicBezTo>
                    <a:cubicBezTo>
                      <a:pt x="94885" y="181534"/>
                      <a:pt x="60857" y="232008"/>
                      <a:pt x="37095" y="288198"/>
                    </a:cubicBezTo>
                    <a:cubicBezTo>
                      <a:pt x="12487" y="346377"/>
                      <a:pt x="0" y="408184"/>
                      <a:pt x="0" y="471876"/>
                    </a:cubicBezTo>
                    <a:cubicBezTo>
                      <a:pt x="0" y="535582"/>
                      <a:pt x="12485" y="597390"/>
                      <a:pt x="37097" y="655567"/>
                    </a:cubicBezTo>
                    <a:cubicBezTo>
                      <a:pt x="60857" y="711732"/>
                      <a:pt x="94887" y="762216"/>
                      <a:pt x="138203" y="805535"/>
                    </a:cubicBezTo>
                    <a:cubicBezTo>
                      <a:pt x="181534" y="848882"/>
                      <a:pt x="232008" y="882893"/>
                      <a:pt x="288200" y="906654"/>
                    </a:cubicBezTo>
                    <a:cubicBezTo>
                      <a:pt x="346379" y="931251"/>
                      <a:pt x="408184" y="943751"/>
                      <a:pt x="471878" y="943751"/>
                    </a:cubicBezTo>
                    <a:cubicBezTo>
                      <a:pt x="535585" y="943751"/>
                      <a:pt x="597394" y="931251"/>
                      <a:pt x="655569" y="906654"/>
                    </a:cubicBezTo>
                    <a:cubicBezTo>
                      <a:pt x="711733" y="882891"/>
                      <a:pt x="762218" y="848880"/>
                      <a:pt x="805566" y="805535"/>
                    </a:cubicBezTo>
                    <a:cubicBezTo>
                      <a:pt x="848884" y="762216"/>
                      <a:pt x="882895" y="711730"/>
                      <a:pt x="906657" y="655567"/>
                    </a:cubicBezTo>
                    <a:cubicBezTo>
                      <a:pt x="931255" y="597390"/>
                      <a:pt x="943754" y="535582"/>
                      <a:pt x="943754" y="471876"/>
                    </a:cubicBezTo>
                    <a:cubicBezTo>
                      <a:pt x="943753" y="408184"/>
                      <a:pt x="931253" y="346377"/>
                      <a:pt x="906656" y="288198"/>
                    </a:cubicBezTo>
                    <a:close/>
                  </a:path>
                </a:pathLst>
              </a:custGeom>
              <a:gradFill>
                <a:gsLst>
                  <a:gs pos="0">
                    <a:srgbClr val="E8283A"/>
                  </a:gs>
                  <a:gs pos="47000">
                    <a:srgbClr val="E8283A"/>
                  </a:gs>
                  <a:gs pos="69000">
                    <a:srgbClr val="BB202F"/>
                  </a:gs>
                  <a:gs pos="100000">
                    <a:srgbClr val="BB202F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  <a:effectLst>
                <a:outerShdw blurRad="533400" rotWithShape="0" algn="br" dir="13500000" dist="38100">
                  <a:srgbClr val="000000">
                    <a:alpha val="2392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0"/>
              <p:cNvSpPr/>
              <p:nvPr/>
            </p:nvSpPr>
            <p:spPr>
              <a:xfrm>
                <a:off x="2700027" y="1855724"/>
                <a:ext cx="943393" cy="458626"/>
              </a:xfrm>
              <a:custGeom>
                <a:rect b="b" l="l" r="r" t="t"/>
                <a:pathLst>
                  <a:path extrusionOk="0" h="458626" w="943393">
                    <a:moveTo>
                      <a:pt x="0" y="0"/>
                    </a:moveTo>
                    <a:cubicBezTo>
                      <a:pt x="1613" y="59012"/>
                      <a:pt x="13996" y="116299"/>
                      <a:pt x="36909" y="170443"/>
                    </a:cubicBezTo>
                    <a:cubicBezTo>
                      <a:pt x="60669" y="226607"/>
                      <a:pt x="94699" y="277092"/>
                      <a:pt x="138015" y="320410"/>
                    </a:cubicBezTo>
                    <a:cubicBezTo>
                      <a:pt x="181346" y="363758"/>
                      <a:pt x="231820" y="397769"/>
                      <a:pt x="288012" y="421530"/>
                    </a:cubicBezTo>
                    <a:cubicBezTo>
                      <a:pt x="346191" y="446127"/>
                      <a:pt x="407996" y="458626"/>
                      <a:pt x="471690" y="458626"/>
                    </a:cubicBezTo>
                    <a:cubicBezTo>
                      <a:pt x="535397" y="458626"/>
                      <a:pt x="597206" y="446127"/>
                      <a:pt x="655381" y="421530"/>
                    </a:cubicBezTo>
                    <a:cubicBezTo>
                      <a:pt x="711545" y="397767"/>
                      <a:pt x="762030" y="363756"/>
                      <a:pt x="805378" y="320410"/>
                    </a:cubicBezTo>
                    <a:cubicBezTo>
                      <a:pt x="848696" y="277092"/>
                      <a:pt x="882707" y="226605"/>
                      <a:pt x="906469" y="170443"/>
                    </a:cubicBezTo>
                    <a:cubicBezTo>
                      <a:pt x="929397" y="116299"/>
                      <a:pt x="941780" y="59012"/>
                      <a:pt x="943393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7000">
                    <a:schemeClr val="lt2"/>
                  </a:gs>
                  <a:gs pos="100000">
                    <a:srgbClr val="D0CECE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0"/>
              <p:cNvSpPr/>
              <p:nvPr/>
            </p:nvSpPr>
            <p:spPr>
              <a:xfrm>
                <a:off x="2699839" y="1790330"/>
                <a:ext cx="943752" cy="130770"/>
              </a:xfrm>
              <a:custGeom>
                <a:rect b="b" l="l" r="r" t="t"/>
                <a:pathLst>
                  <a:path extrusionOk="0" h="130770" w="943752">
                    <a:moveTo>
                      <a:pt x="941506" y="98631"/>
                    </a:moveTo>
                    <a:cubicBezTo>
                      <a:pt x="943002" y="83250"/>
                      <a:pt x="943753" y="67755"/>
                      <a:pt x="943753" y="52146"/>
                    </a:cubicBezTo>
                    <a:cubicBezTo>
                      <a:pt x="943753" y="34605"/>
                      <a:pt x="942801" y="17209"/>
                      <a:pt x="940930" y="0"/>
                    </a:cubicBezTo>
                    <a:cubicBezTo>
                      <a:pt x="917485" y="3615"/>
                      <a:pt x="883817" y="8324"/>
                      <a:pt x="841395" y="13003"/>
                    </a:cubicBezTo>
                    <a:cubicBezTo>
                      <a:pt x="760863" y="21888"/>
                      <a:pt x="631433" y="32487"/>
                      <a:pt x="471876" y="32487"/>
                    </a:cubicBezTo>
                    <a:cubicBezTo>
                      <a:pt x="312333" y="32487"/>
                      <a:pt x="182887" y="21888"/>
                      <a:pt x="102373" y="13003"/>
                    </a:cubicBezTo>
                    <a:cubicBezTo>
                      <a:pt x="59936" y="8323"/>
                      <a:pt x="26280" y="3615"/>
                      <a:pt x="2837" y="0"/>
                    </a:cubicBezTo>
                    <a:cubicBezTo>
                      <a:pt x="951" y="17209"/>
                      <a:pt x="0" y="34607"/>
                      <a:pt x="0" y="52146"/>
                    </a:cubicBezTo>
                    <a:cubicBezTo>
                      <a:pt x="0" y="67755"/>
                      <a:pt x="748" y="83252"/>
                      <a:pt x="2247" y="98631"/>
                    </a:cubicBezTo>
                    <a:cubicBezTo>
                      <a:pt x="78800" y="110152"/>
                      <a:pt x="247459" y="130771"/>
                      <a:pt x="471876" y="130771"/>
                    </a:cubicBezTo>
                    <a:cubicBezTo>
                      <a:pt x="696294" y="130771"/>
                      <a:pt x="864950" y="110152"/>
                      <a:pt x="941506" y="98631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0"/>
              <p:cNvSpPr/>
              <p:nvPr/>
            </p:nvSpPr>
            <p:spPr>
              <a:xfrm>
                <a:off x="3073403" y="1763832"/>
                <a:ext cx="196638" cy="196610"/>
              </a:xfrm>
              <a:custGeom>
                <a:rect b="b" l="l" r="r" t="t"/>
                <a:pathLst>
                  <a:path extrusionOk="0" h="196610" w="196638">
                    <a:moveTo>
                      <a:pt x="196638" y="98299"/>
                    </a:moveTo>
                    <a:cubicBezTo>
                      <a:pt x="196638" y="152601"/>
                      <a:pt x="152600" y="196611"/>
                      <a:pt x="98312" y="196611"/>
                    </a:cubicBezTo>
                    <a:cubicBezTo>
                      <a:pt x="44022" y="196611"/>
                      <a:pt x="0" y="152601"/>
                      <a:pt x="0" y="98299"/>
                    </a:cubicBezTo>
                    <a:cubicBezTo>
                      <a:pt x="0" y="44008"/>
                      <a:pt x="44022" y="0"/>
                      <a:pt x="98312" y="0"/>
                    </a:cubicBezTo>
                    <a:cubicBezTo>
                      <a:pt x="152600" y="2"/>
                      <a:pt x="196638" y="44009"/>
                      <a:pt x="196638" y="9829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7000">
                    <a:schemeClr val="lt2"/>
                  </a:gs>
                  <a:gs pos="100000">
                    <a:srgbClr val="D0CECE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0"/>
              <p:cNvSpPr/>
              <p:nvPr/>
            </p:nvSpPr>
            <p:spPr>
              <a:xfrm>
                <a:off x="2994761" y="1685179"/>
                <a:ext cx="353905" cy="353890"/>
              </a:xfrm>
              <a:custGeom>
                <a:rect b="b" l="l" r="r" t="t"/>
                <a:pathLst>
                  <a:path extrusionOk="0" h="353890" w="353905">
                    <a:moveTo>
                      <a:pt x="176954" y="0"/>
                    </a:moveTo>
                    <a:cubicBezTo>
                      <a:pt x="79375" y="0"/>
                      <a:pt x="0" y="79390"/>
                      <a:pt x="0" y="176954"/>
                    </a:cubicBezTo>
                    <a:cubicBezTo>
                      <a:pt x="0" y="274517"/>
                      <a:pt x="79377" y="353891"/>
                      <a:pt x="176954" y="353891"/>
                    </a:cubicBezTo>
                    <a:cubicBezTo>
                      <a:pt x="274530" y="353891"/>
                      <a:pt x="353905" y="274515"/>
                      <a:pt x="353905" y="176954"/>
                    </a:cubicBezTo>
                    <a:cubicBezTo>
                      <a:pt x="353905" y="79390"/>
                      <a:pt x="274532" y="0"/>
                      <a:pt x="176954" y="0"/>
                    </a:cubicBezTo>
                    <a:close/>
                    <a:moveTo>
                      <a:pt x="176954" y="255623"/>
                    </a:moveTo>
                    <a:cubicBezTo>
                      <a:pt x="133595" y="255623"/>
                      <a:pt x="98312" y="220312"/>
                      <a:pt x="98312" y="176954"/>
                    </a:cubicBezTo>
                    <a:cubicBezTo>
                      <a:pt x="98312" y="133593"/>
                      <a:pt x="133593" y="98312"/>
                      <a:pt x="176954" y="98312"/>
                    </a:cubicBezTo>
                    <a:cubicBezTo>
                      <a:pt x="220329" y="98312"/>
                      <a:pt x="255579" y="133593"/>
                      <a:pt x="255579" y="176954"/>
                    </a:cubicBezTo>
                    <a:cubicBezTo>
                      <a:pt x="255579" y="220310"/>
                      <a:pt x="220329" y="255623"/>
                      <a:pt x="176954" y="255623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0"/>
              <p:cNvSpPr/>
              <p:nvPr/>
            </p:nvSpPr>
            <p:spPr>
              <a:xfrm>
                <a:off x="3152058" y="1370599"/>
                <a:ext cx="491533" cy="943752"/>
              </a:xfrm>
              <a:custGeom>
                <a:rect b="b" l="l" r="r" t="t"/>
                <a:pathLst>
                  <a:path extrusionOk="0" h="943752" w="491533">
                    <a:moveTo>
                      <a:pt x="454437" y="288198"/>
                    </a:moveTo>
                    <a:cubicBezTo>
                      <a:pt x="430674" y="232008"/>
                      <a:pt x="396663" y="181534"/>
                      <a:pt x="353345" y="138203"/>
                    </a:cubicBezTo>
                    <a:cubicBezTo>
                      <a:pt x="309997" y="94885"/>
                      <a:pt x="259512" y="60857"/>
                      <a:pt x="203348" y="37097"/>
                    </a:cubicBezTo>
                    <a:cubicBezTo>
                      <a:pt x="145173" y="12487"/>
                      <a:pt x="83364" y="0"/>
                      <a:pt x="19657" y="0"/>
                    </a:cubicBezTo>
                    <a:cubicBezTo>
                      <a:pt x="13077" y="0"/>
                      <a:pt x="6524" y="144"/>
                      <a:pt x="0" y="404"/>
                    </a:cubicBezTo>
                    <a:cubicBezTo>
                      <a:pt x="56754" y="2708"/>
                      <a:pt x="111820" y="15021"/>
                      <a:pt x="164008" y="37097"/>
                    </a:cubicBezTo>
                    <a:cubicBezTo>
                      <a:pt x="220226" y="60857"/>
                      <a:pt x="270687" y="94887"/>
                      <a:pt x="314001" y="138203"/>
                    </a:cubicBezTo>
                    <a:cubicBezTo>
                      <a:pt x="357319" y="181534"/>
                      <a:pt x="391364" y="232008"/>
                      <a:pt x="415120" y="288198"/>
                    </a:cubicBezTo>
                    <a:cubicBezTo>
                      <a:pt x="439745" y="346377"/>
                      <a:pt x="452188" y="408184"/>
                      <a:pt x="452188" y="471878"/>
                    </a:cubicBezTo>
                    <a:cubicBezTo>
                      <a:pt x="452188" y="535583"/>
                      <a:pt x="439745" y="597392"/>
                      <a:pt x="415120" y="655569"/>
                    </a:cubicBezTo>
                    <a:cubicBezTo>
                      <a:pt x="391362" y="711733"/>
                      <a:pt x="357319" y="762218"/>
                      <a:pt x="314001" y="805536"/>
                    </a:cubicBezTo>
                    <a:cubicBezTo>
                      <a:pt x="270687" y="848884"/>
                      <a:pt x="220226" y="882895"/>
                      <a:pt x="164008" y="906656"/>
                    </a:cubicBezTo>
                    <a:cubicBezTo>
                      <a:pt x="111820" y="928718"/>
                      <a:pt x="56752" y="941045"/>
                      <a:pt x="0" y="943349"/>
                    </a:cubicBezTo>
                    <a:cubicBezTo>
                      <a:pt x="6524" y="943609"/>
                      <a:pt x="13075" y="943753"/>
                      <a:pt x="19657" y="943753"/>
                    </a:cubicBezTo>
                    <a:cubicBezTo>
                      <a:pt x="83364" y="943753"/>
                      <a:pt x="145173" y="931253"/>
                      <a:pt x="203348" y="906656"/>
                    </a:cubicBezTo>
                    <a:cubicBezTo>
                      <a:pt x="259512" y="882893"/>
                      <a:pt x="309997" y="848882"/>
                      <a:pt x="353345" y="805536"/>
                    </a:cubicBezTo>
                    <a:cubicBezTo>
                      <a:pt x="396663" y="762218"/>
                      <a:pt x="430674" y="711732"/>
                      <a:pt x="454437" y="655569"/>
                    </a:cubicBezTo>
                    <a:cubicBezTo>
                      <a:pt x="479034" y="597392"/>
                      <a:pt x="491533" y="535583"/>
                      <a:pt x="491533" y="471878"/>
                    </a:cubicBezTo>
                    <a:cubicBezTo>
                      <a:pt x="491533" y="408184"/>
                      <a:pt x="479034" y="346377"/>
                      <a:pt x="454437" y="288198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0"/>
              <p:cNvSpPr/>
              <p:nvPr/>
            </p:nvSpPr>
            <p:spPr>
              <a:xfrm>
                <a:off x="2699839" y="1370599"/>
                <a:ext cx="491535" cy="943750"/>
              </a:xfrm>
              <a:custGeom>
                <a:rect b="b" l="l" r="r" t="t"/>
                <a:pathLst>
                  <a:path extrusionOk="0" h="943750" w="491535">
                    <a:moveTo>
                      <a:pt x="37097" y="655567"/>
                    </a:moveTo>
                    <a:cubicBezTo>
                      <a:pt x="60857" y="711732"/>
                      <a:pt x="94887" y="762216"/>
                      <a:pt x="138203" y="805535"/>
                    </a:cubicBezTo>
                    <a:cubicBezTo>
                      <a:pt x="181534" y="848882"/>
                      <a:pt x="232008" y="882893"/>
                      <a:pt x="288200" y="906654"/>
                    </a:cubicBezTo>
                    <a:cubicBezTo>
                      <a:pt x="346379" y="931251"/>
                      <a:pt x="408184" y="943751"/>
                      <a:pt x="471878" y="943751"/>
                    </a:cubicBezTo>
                    <a:cubicBezTo>
                      <a:pt x="478459" y="943751"/>
                      <a:pt x="485012" y="943607"/>
                      <a:pt x="491535" y="943347"/>
                    </a:cubicBezTo>
                    <a:cubicBezTo>
                      <a:pt x="434781" y="941043"/>
                      <a:pt x="379701" y="928715"/>
                      <a:pt x="327513" y="906654"/>
                    </a:cubicBezTo>
                    <a:cubicBezTo>
                      <a:pt x="271323" y="882891"/>
                      <a:pt x="220863" y="848880"/>
                      <a:pt x="177532" y="805535"/>
                    </a:cubicBezTo>
                    <a:cubicBezTo>
                      <a:pt x="134201" y="762216"/>
                      <a:pt x="100187" y="711730"/>
                      <a:pt x="76411" y="655567"/>
                    </a:cubicBezTo>
                    <a:cubicBezTo>
                      <a:pt x="51799" y="597392"/>
                      <a:pt x="39329" y="535583"/>
                      <a:pt x="39329" y="471876"/>
                    </a:cubicBezTo>
                    <a:cubicBezTo>
                      <a:pt x="39329" y="408182"/>
                      <a:pt x="51799" y="346375"/>
                      <a:pt x="76409" y="288196"/>
                    </a:cubicBezTo>
                    <a:cubicBezTo>
                      <a:pt x="100185" y="232006"/>
                      <a:pt x="134200" y="181531"/>
                      <a:pt x="177531" y="138216"/>
                    </a:cubicBezTo>
                    <a:cubicBezTo>
                      <a:pt x="220862" y="94885"/>
                      <a:pt x="271321" y="60856"/>
                      <a:pt x="327511" y="37095"/>
                    </a:cubicBezTo>
                    <a:cubicBezTo>
                      <a:pt x="379699" y="15019"/>
                      <a:pt x="434779" y="2706"/>
                      <a:pt x="491533" y="402"/>
                    </a:cubicBezTo>
                    <a:cubicBezTo>
                      <a:pt x="485010" y="144"/>
                      <a:pt x="478457" y="0"/>
                      <a:pt x="471876" y="0"/>
                    </a:cubicBezTo>
                    <a:cubicBezTo>
                      <a:pt x="408182" y="0"/>
                      <a:pt x="346377" y="12485"/>
                      <a:pt x="288198" y="37097"/>
                    </a:cubicBezTo>
                    <a:cubicBezTo>
                      <a:pt x="232008" y="60857"/>
                      <a:pt x="181534" y="94887"/>
                      <a:pt x="138201" y="138218"/>
                    </a:cubicBezTo>
                    <a:cubicBezTo>
                      <a:pt x="94885" y="181534"/>
                      <a:pt x="60857" y="232008"/>
                      <a:pt x="37095" y="288198"/>
                    </a:cubicBezTo>
                    <a:cubicBezTo>
                      <a:pt x="12487" y="346377"/>
                      <a:pt x="0" y="408184"/>
                      <a:pt x="0" y="471876"/>
                    </a:cubicBezTo>
                    <a:cubicBezTo>
                      <a:pt x="0" y="535582"/>
                      <a:pt x="12487" y="597392"/>
                      <a:pt x="37097" y="655567"/>
                    </a:cubicBezTo>
                    <a:close/>
                  </a:path>
                </a:pathLst>
              </a:custGeom>
              <a:solidFill>
                <a:srgbClr val="000000">
                  <a:alpha val="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" name="Google Shape;75;p10"/>
            <p:cNvGrpSpPr/>
            <p:nvPr/>
          </p:nvGrpSpPr>
          <p:grpSpPr>
            <a:xfrm>
              <a:off x="7868868" y="924440"/>
              <a:ext cx="1101649" cy="1123789"/>
              <a:chOff x="2699839" y="1370599"/>
              <a:chExt cx="943754" cy="943752"/>
            </a:xfrm>
          </p:grpSpPr>
          <p:sp>
            <p:nvSpPr>
              <p:cNvPr id="76" name="Google Shape;76;p10"/>
              <p:cNvSpPr/>
              <p:nvPr/>
            </p:nvSpPr>
            <p:spPr>
              <a:xfrm>
                <a:off x="2699839" y="1370599"/>
                <a:ext cx="943754" cy="943750"/>
              </a:xfrm>
              <a:custGeom>
                <a:rect b="b" l="l" r="r" t="t"/>
                <a:pathLst>
                  <a:path extrusionOk="0" h="943750" w="943754">
                    <a:moveTo>
                      <a:pt x="906656" y="288198"/>
                    </a:moveTo>
                    <a:cubicBezTo>
                      <a:pt x="882893" y="232008"/>
                      <a:pt x="848882" y="181534"/>
                      <a:pt x="805564" y="138203"/>
                    </a:cubicBezTo>
                    <a:cubicBezTo>
                      <a:pt x="762216" y="94885"/>
                      <a:pt x="711731" y="60857"/>
                      <a:pt x="655567" y="37097"/>
                    </a:cubicBezTo>
                    <a:cubicBezTo>
                      <a:pt x="597392" y="12487"/>
                      <a:pt x="535583" y="0"/>
                      <a:pt x="471876" y="0"/>
                    </a:cubicBezTo>
                    <a:cubicBezTo>
                      <a:pt x="408182" y="0"/>
                      <a:pt x="346377" y="12485"/>
                      <a:pt x="288198" y="37097"/>
                    </a:cubicBezTo>
                    <a:cubicBezTo>
                      <a:pt x="232008" y="60857"/>
                      <a:pt x="181534" y="94887"/>
                      <a:pt x="138201" y="138203"/>
                    </a:cubicBezTo>
                    <a:cubicBezTo>
                      <a:pt x="94885" y="181534"/>
                      <a:pt x="60857" y="232008"/>
                      <a:pt x="37095" y="288198"/>
                    </a:cubicBezTo>
                    <a:cubicBezTo>
                      <a:pt x="12487" y="346377"/>
                      <a:pt x="0" y="408184"/>
                      <a:pt x="0" y="471876"/>
                    </a:cubicBezTo>
                    <a:cubicBezTo>
                      <a:pt x="0" y="535582"/>
                      <a:pt x="12485" y="597390"/>
                      <a:pt x="37097" y="655567"/>
                    </a:cubicBezTo>
                    <a:cubicBezTo>
                      <a:pt x="60857" y="711732"/>
                      <a:pt x="94887" y="762216"/>
                      <a:pt x="138203" y="805535"/>
                    </a:cubicBezTo>
                    <a:cubicBezTo>
                      <a:pt x="181534" y="848882"/>
                      <a:pt x="232008" y="882893"/>
                      <a:pt x="288200" y="906654"/>
                    </a:cubicBezTo>
                    <a:cubicBezTo>
                      <a:pt x="346379" y="931251"/>
                      <a:pt x="408184" y="943751"/>
                      <a:pt x="471878" y="943751"/>
                    </a:cubicBezTo>
                    <a:cubicBezTo>
                      <a:pt x="535585" y="943751"/>
                      <a:pt x="597394" y="931251"/>
                      <a:pt x="655569" y="906654"/>
                    </a:cubicBezTo>
                    <a:cubicBezTo>
                      <a:pt x="711733" y="882891"/>
                      <a:pt x="762218" y="848880"/>
                      <a:pt x="805566" y="805535"/>
                    </a:cubicBezTo>
                    <a:cubicBezTo>
                      <a:pt x="848884" y="762216"/>
                      <a:pt x="882895" y="711730"/>
                      <a:pt x="906657" y="655567"/>
                    </a:cubicBezTo>
                    <a:cubicBezTo>
                      <a:pt x="931255" y="597390"/>
                      <a:pt x="943754" y="535582"/>
                      <a:pt x="943754" y="471876"/>
                    </a:cubicBezTo>
                    <a:cubicBezTo>
                      <a:pt x="943753" y="408184"/>
                      <a:pt x="931253" y="346377"/>
                      <a:pt x="906656" y="288198"/>
                    </a:cubicBezTo>
                    <a:close/>
                  </a:path>
                </a:pathLst>
              </a:custGeom>
              <a:gradFill>
                <a:gsLst>
                  <a:gs pos="0">
                    <a:srgbClr val="E8283A"/>
                  </a:gs>
                  <a:gs pos="47000">
                    <a:srgbClr val="E8283A"/>
                  </a:gs>
                  <a:gs pos="69000">
                    <a:srgbClr val="BB202F"/>
                  </a:gs>
                  <a:gs pos="100000">
                    <a:srgbClr val="BB202F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  <a:effectLst>
                <a:outerShdw blurRad="533400" rotWithShape="0" algn="br" dir="13500000" dist="38100">
                  <a:srgbClr val="000000">
                    <a:alpha val="2392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0"/>
              <p:cNvSpPr/>
              <p:nvPr/>
            </p:nvSpPr>
            <p:spPr>
              <a:xfrm>
                <a:off x="2700027" y="1855724"/>
                <a:ext cx="943393" cy="458626"/>
              </a:xfrm>
              <a:custGeom>
                <a:rect b="b" l="l" r="r" t="t"/>
                <a:pathLst>
                  <a:path extrusionOk="0" h="458626" w="943393">
                    <a:moveTo>
                      <a:pt x="0" y="0"/>
                    </a:moveTo>
                    <a:cubicBezTo>
                      <a:pt x="1613" y="59012"/>
                      <a:pt x="13996" y="116299"/>
                      <a:pt x="36909" y="170443"/>
                    </a:cubicBezTo>
                    <a:cubicBezTo>
                      <a:pt x="60669" y="226607"/>
                      <a:pt x="94699" y="277092"/>
                      <a:pt x="138015" y="320410"/>
                    </a:cubicBezTo>
                    <a:cubicBezTo>
                      <a:pt x="181346" y="363758"/>
                      <a:pt x="231820" y="397769"/>
                      <a:pt x="288012" y="421530"/>
                    </a:cubicBezTo>
                    <a:cubicBezTo>
                      <a:pt x="346191" y="446127"/>
                      <a:pt x="407996" y="458626"/>
                      <a:pt x="471690" y="458626"/>
                    </a:cubicBezTo>
                    <a:cubicBezTo>
                      <a:pt x="535397" y="458626"/>
                      <a:pt x="597206" y="446127"/>
                      <a:pt x="655381" y="421530"/>
                    </a:cubicBezTo>
                    <a:cubicBezTo>
                      <a:pt x="711545" y="397767"/>
                      <a:pt x="762030" y="363756"/>
                      <a:pt x="805378" y="320410"/>
                    </a:cubicBezTo>
                    <a:cubicBezTo>
                      <a:pt x="848696" y="277092"/>
                      <a:pt x="882707" y="226605"/>
                      <a:pt x="906469" y="170443"/>
                    </a:cubicBezTo>
                    <a:cubicBezTo>
                      <a:pt x="929397" y="116299"/>
                      <a:pt x="941780" y="59012"/>
                      <a:pt x="943393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7000">
                    <a:schemeClr val="lt2"/>
                  </a:gs>
                  <a:gs pos="100000">
                    <a:srgbClr val="D0CECE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0"/>
              <p:cNvSpPr/>
              <p:nvPr/>
            </p:nvSpPr>
            <p:spPr>
              <a:xfrm>
                <a:off x="2699839" y="1790330"/>
                <a:ext cx="943752" cy="130770"/>
              </a:xfrm>
              <a:custGeom>
                <a:rect b="b" l="l" r="r" t="t"/>
                <a:pathLst>
                  <a:path extrusionOk="0" h="130770" w="943752">
                    <a:moveTo>
                      <a:pt x="941506" y="98631"/>
                    </a:moveTo>
                    <a:cubicBezTo>
                      <a:pt x="943002" y="83250"/>
                      <a:pt x="943753" y="67755"/>
                      <a:pt x="943753" y="52146"/>
                    </a:cubicBezTo>
                    <a:cubicBezTo>
                      <a:pt x="943753" y="34605"/>
                      <a:pt x="942801" y="17209"/>
                      <a:pt x="940930" y="0"/>
                    </a:cubicBezTo>
                    <a:cubicBezTo>
                      <a:pt x="917485" y="3615"/>
                      <a:pt x="883817" y="8324"/>
                      <a:pt x="841395" y="13003"/>
                    </a:cubicBezTo>
                    <a:cubicBezTo>
                      <a:pt x="760863" y="21888"/>
                      <a:pt x="631433" y="32487"/>
                      <a:pt x="471876" y="32487"/>
                    </a:cubicBezTo>
                    <a:cubicBezTo>
                      <a:pt x="312333" y="32487"/>
                      <a:pt x="182887" y="21888"/>
                      <a:pt x="102373" y="13003"/>
                    </a:cubicBezTo>
                    <a:cubicBezTo>
                      <a:pt x="59936" y="8323"/>
                      <a:pt x="26280" y="3615"/>
                      <a:pt x="2837" y="0"/>
                    </a:cubicBezTo>
                    <a:cubicBezTo>
                      <a:pt x="951" y="17209"/>
                      <a:pt x="0" y="34607"/>
                      <a:pt x="0" y="52146"/>
                    </a:cubicBezTo>
                    <a:cubicBezTo>
                      <a:pt x="0" y="67755"/>
                      <a:pt x="748" y="83252"/>
                      <a:pt x="2247" y="98631"/>
                    </a:cubicBezTo>
                    <a:cubicBezTo>
                      <a:pt x="78800" y="110152"/>
                      <a:pt x="247459" y="130771"/>
                      <a:pt x="471876" y="130771"/>
                    </a:cubicBezTo>
                    <a:cubicBezTo>
                      <a:pt x="696294" y="130771"/>
                      <a:pt x="864950" y="110152"/>
                      <a:pt x="941506" y="98631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0"/>
              <p:cNvSpPr/>
              <p:nvPr/>
            </p:nvSpPr>
            <p:spPr>
              <a:xfrm>
                <a:off x="3073403" y="1763832"/>
                <a:ext cx="196638" cy="196610"/>
              </a:xfrm>
              <a:custGeom>
                <a:rect b="b" l="l" r="r" t="t"/>
                <a:pathLst>
                  <a:path extrusionOk="0" h="196610" w="196638">
                    <a:moveTo>
                      <a:pt x="196638" y="98299"/>
                    </a:moveTo>
                    <a:cubicBezTo>
                      <a:pt x="196638" y="152601"/>
                      <a:pt x="152600" y="196611"/>
                      <a:pt x="98312" y="196611"/>
                    </a:cubicBezTo>
                    <a:cubicBezTo>
                      <a:pt x="44022" y="196611"/>
                      <a:pt x="0" y="152601"/>
                      <a:pt x="0" y="98299"/>
                    </a:cubicBezTo>
                    <a:cubicBezTo>
                      <a:pt x="0" y="44008"/>
                      <a:pt x="44022" y="0"/>
                      <a:pt x="98312" y="0"/>
                    </a:cubicBezTo>
                    <a:cubicBezTo>
                      <a:pt x="152600" y="2"/>
                      <a:pt x="196638" y="44009"/>
                      <a:pt x="196638" y="9829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7000">
                    <a:schemeClr val="lt2"/>
                  </a:gs>
                  <a:gs pos="100000">
                    <a:srgbClr val="D0CECE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0"/>
              <p:cNvSpPr/>
              <p:nvPr/>
            </p:nvSpPr>
            <p:spPr>
              <a:xfrm>
                <a:off x="2994761" y="1685179"/>
                <a:ext cx="353905" cy="353890"/>
              </a:xfrm>
              <a:custGeom>
                <a:rect b="b" l="l" r="r" t="t"/>
                <a:pathLst>
                  <a:path extrusionOk="0" h="353890" w="353905">
                    <a:moveTo>
                      <a:pt x="176954" y="0"/>
                    </a:moveTo>
                    <a:cubicBezTo>
                      <a:pt x="79375" y="0"/>
                      <a:pt x="0" y="79390"/>
                      <a:pt x="0" y="176954"/>
                    </a:cubicBezTo>
                    <a:cubicBezTo>
                      <a:pt x="0" y="274517"/>
                      <a:pt x="79377" y="353891"/>
                      <a:pt x="176954" y="353891"/>
                    </a:cubicBezTo>
                    <a:cubicBezTo>
                      <a:pt x="274530" y="353891"/>
                      <a:pt x="353905" y="274515"/>
                      <a:pt x="353905" y="176954"/>
                    </a:cubicBezTo>
                    <a:cubicBezTo>
                      <a:pt x="353905" y="79390"/>
                      <a:pt x="274532" y="0"/>
                      <a:pt x="176954" y="0"/>
                    </a:cubicBezTo>
                    <a:close/>
                    <a:moveTo>
                      <a:pt x="176954" y="255623"/>
                    </a:moveTo>
                    <a:cubicBezTo>
                      <a:pt x="133595" y="255623"/>
                      <a:pt x="98312" y="220312"/>
                      <a:pt x="98312" y="176954"/>
                    </a:cubicBezTo>
                    <a:cubicBezTo>
                      <a:pt x="98312" y="133593"/>
                      <a:pt x="133593" y="98312"/>
                      <a:pt x="176954" y="98312"/>
                    </a:cubicBezTo>
                    <a:cubicBezTo>
                      <a:pt x="220329" y="98312"/>
                      <a:pt x="255579" y="133593"/>
                      <a:pt x="255579" y="176954"/>
                    </a:cubicBezTo>
                    <a:cubicBezTo>
                      <a:pt x="255579" y="220310"/>
                      <a:pt x="220329" y="255623"/>
                      <a:pt x="176954" y="255623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0"/>
              <p:cNvSpPr/>
              <p:nvPr/>
            </p:nvSpPr>
            <p:spPr>
              <a:xfrm>
                <a:off x="3152058" y="1370599"/>
                <a:ext cx="491533" cy="943752"/>
              </a:xfrm>
              <a:custGeom>
                <a:rect b="b" l="l" r="r" t="t"/>
                <a:pathLst>
                  <a:path extrusionOk="0" h="943752" w="491533">
                    <a:moveTo>
                      <a:pt x="454437" y="288198"/>
                    </a:moveTo>
                    <a:cubicBezTo>
                      <a:pt x="430674" y="232008"/>
                      <a:pt x="396663" y="181534"/>
                      <a:pt x="353345" y="138203"/>
                    </a:cubicBezTo>
                    <a:cubicBezTo>
                      <a:pt x="309997" y="94885"/>
                      <a:pt x="259512" y="60857"/>
                      <a:pt x="203348" y="37097"/>
                    </a:cubicBezTo>
                    <a:cubicBezTo>
                      <a:pt x="145173" y="12487"/>
                      <a:pt x="83364" y="0"/>
                      <a:pt x="19657" y="0"/>
                    </a:cubicBezTo>
                    <a:cubicBezTo>
                      <a:pt x="13077" y="0"/>
                      <a:pt x="6524" y="144"/>
                      <a:pt x="0" y="404"/>
                    </a:cubicBezTo>
                    <a:cubicBezTo>
                      <a:pt x="56754" y="2708"/>
                      <a:pt x="111820" y="15021"/>
                      <a:pt x="164008" y="37097"/>
                    </a:cubicBezTo>
                    <a:cubicBezTo>
                      <a:pt x="220226" y="60857"/>
                      <a:pt x="270687" y="94887"/>
                      <a:pt x="314001" y="138203"/>
                    </a:cubicBezTo>
                    <a:cubicBezTo>
                      <a:pt x="357319" y="181534"/>
                      <a:pt x="391364" y="232008"/>
                      <a:pt x="415120" y="288198"/>
                    </a:cubicBezTo>
                    <a:cubicBezTo>
                      <a:pt x="439745" y="346377"/>
                      <a:pt x="452188" y="408184"/>
                      <a:pt x="452188" y="471878"/>
                    </a:cubicBezTo>
                    <a:cubicBezTo>
                      <a:pt x="452188" y="535583"/>
                      <a:pt x="439745" y="597392"/>
                      <a:pt x="415120" y="655569"/>
                    </a:cubicBezTo>
                    <a:cubicBezTo>
                      <a:pt x="391362" y="711733"/>
                      <a:pt x="357319" y="762218"/>
                      <a:pt x="314001" y="805536"/>
                    </a:cubicBezTo>
                    <a:cubicBezTo>
                      <a:pt x="270687" y="848884"/>
                      <a:pt x="220226" y="882895"/>
                      <a:pt x="164008" y="906656"/>
                    </a:cubicBezTo>
                    <a:cubicBezTo>
                      <a:pt x="111820" y="928718"/>
                      <a:pt x="56752" y="941045"/>
                      <a:pt x="0" y="943349"/>
                    </a:cubicBezTo>
                    <a:cubicBezTo>
                      <a:pt x="6524" y="943609"/>
                      <a:pt x="13075" y="943753"/>
                      <a:pt x="19657" y="943753"/>
                    </a:cubicBezTo>
                    <a:cubicBezTo>
                      <a:pt x="83364" y="943753"/>
                      <a:pt x="145173" y="931253"/>
                      <a:pt x="203348" y="906656"/>
                    </a:cubicBezTo>
                    <a:cubicBezTo>
                      <a:pt x="259512" y="882893"/>
                      <a:pt x="309997" y="848882"/>
                      <a:pt x="353345" y="805536"/>
                    </a:cubicBezTo>
                    <a:cubicBezTo>
                      <a:pt x="396663" y="762218"/>
                      <a:pt x="430674" y="711732"/>
                      <a:pt x="454437" y="655569"/>
                    </a:cubicBezTo>
                    <a:cubicBezTo>
                      <a:pt x="479034" y="597392"/>
                      <a:pt x="491533" y="535583"/>
                      <a:pt x="491533" y="471878"/>
                    </a:cubicBezTo>
                    <a:cubicBezTo>
                      <a:pt x="491533" y="408184"/>
                      <a:pt x="479034" y="346377"/>
                      <a:pt x="454437" y="288198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0"/>
              <p:cNvSpPr/>
              <p:nvPr/>
            </p:nvSpPr>
            <p:spPr>
              <a:xfrm>
                <a:off x="2699839" y="1370599"/>
                <a:ext cx="491535" cy="943750"/>
              </a:xfrm>
              <a:custGeom>
                <a:rect b="b" l="l" r="r" t="t"/>
                <a:pathLst>
                  <a:path extrusionOk="0" h="943750" w="491535">
                    <a:moveTo>
                      <a:pt x="37097" y="655567"/>
                    </a:moveTo>
                    <a:cubicBezTo>
                      <a:pt x="60857" y="711732"/>
                      <a:pt x="94887" y="762216"/>
                      <a:pt x="138203" y="805535"/>
                    </a:cubicBezTo>
                    <a:cubicBezTo>
                      <a:pt x="181534" y="848882"/>
                      <a:pt x="232008" y="882893"/>
                      <a:pt x="288200" y="906654"/>
                    </a:cubicBezTo>
                    <a:cubicBezTo>
                      <a:pt x="346379" y="931251"/>
                      <a:pt x="408184" y="943751"/>
                      <a:pt x="471878" y="943751"/>
                    </a:cubicBezTo>
                    <a:cubicBezTo>
                      <a:pt x="478459" y="943751"/>
                      <a:pt x="485012" y="943607"/>
                      <a:pt x="491535" y="943347"/>
                    </a:cubicBezTo>
                    <a:cubicBezTo>
                      <a:pt x="434781" y="941043"/>
                      <a:pt x="379701" y="928715"/>
                      <a:pt x="327513" y="906654"/>
                    </a:cubicBezTo>
                    <a:cubicBezTo>
                      <a:pt x="271323" y="882891"/>
                      <a:pt x="220863" y="848880"/>
                      <a:pt x="177532" y="805535"/>
                    </a:cubicBezTo>
                    <a:cubicBezTo>
                      <a:pt x="134201" y="762216"/>
                      <a:pt x="100187" y="711730"/>
                      <a:pt x="76411" y="655567"/>
                    </a:cubicBezTo>
                    <a:cubicBezTo>
                      <a:pt x="51799" y="597392"/>
                      <a:pt x="39329" y="535583"/>
                      <a:pt x="39329" y="471876"/>
                    </a:cubicBezTo>
                    <a:cubicBezTo>
                      <a:pt x="39329" y="408182"/>
                      <a:pt x="51799" y="346375"/>
                      <a:pt x="76409" y="288196"/>
                    </a:cubicBezTo>
                    <a:cubicBezTo>
                      <a:pt x="100185" y="232006"/>
                      <a:pt x="134200" y="181531"/>
                      <a:pt x="177531" y="138216"/>
                    </a:cubicBezTo>
                    <a:cubicBezTo>
                      <a:pt x="220862" y="94885"/>
                      <a:pt x="271321" y="60856"/>
                      <a:pt x="327511" y="37095"/>
                    </a:cubicBezTo>
                    <a:cubicBezTo>
                      <a:pt x="379699" y="15019"/>
                      <a:pt x="434779" y="2706"/>
                      <a:pt x="491533" y="402"/>
                    </a:cubicBezTo>
                    <a:cubicBezTo>
                      <a:pt x="485010" y="144"/>
                      <a:pt x="478457" y="0"/>
                      <a:pt x="471876" y="0"/>
                    </a:cubicBezTo>
                    <a:cubicBezTo>
                      <a:pt x="408182" y="0"/>
                      <a:pt x="346377" y="12485"/>
                      <a:pt x="288198" y="37097"/>
                    </a:cubicBezTo>
                    <a:cubicBezTo>
                      <a:pt x="232008" y="60857"/>
                      <a:pt x="181534" y="94887"/>
                      <a:pt x="138201" y="138218"/>
                    </a:cubicBezTo>
                    <a:cubicBezTo>
                      <a:pt x="94885" y="181534"/>
                      <a:pt x="60857" y="232008"/>
                      <a:pt x="37095" y="288198"/>
                    </a:cubicBezTo>
                    <a:cubicBezTo>
                      <a:pt x="12487" y="346377"/>
                      <a:pt x="0" y="408184"/>
                      <a:pt x="0" y="471876"/>
                    </a:cubicBezTo>
                    <a:cubicBezTo>
                      <a:pt x="0" y="535582"/>
                      <a:pt x="12487" y="597392"/>
                      <a:pt x="37097" y="655567"/>
                    </a:cubicBezTo>
                    <a:close/>
                  </a:path>
                </a:pathLst>
              </a:custGeom>
              <a:solidFill>
                <a:srgbClr val="000000">
                  <a:alpha val="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83" name="Google Shape;83;p10"/>
          <p:cNvPicPr preferRelativeResize="0"/>
          <p:nvPr/>
        </p:nvPicPr>
        <p:blipFill rotWithShape="1">
          <a:blip r:embed="rId3">
            <a:alphaModFix/>
          </a:blip>
          <a:srcRect b="14756" l="0" r="0" t="0"/>
          <a:stretch/>
        </p:blipFill>
        <p:spPr>
          <a:xfrm>
            <a:off x="7291626" y="3587449"/>
            <a:ext cx="3608300" cy="3220822"/>
          </a:xfrm>
          <a:prstGeom prst="rect">
            <a:avLst/>
          </a:prstGeom>
          <a:noFill/>
          <a:ln>
            <a:noFill/>
          </a:ln>
          <a:effectLst>
            <a:outerShdw blurRad="495300" sx="102000" rotWithShape="0" algn="ctr" sy="102000">
              <a:srgbClr val="000000">
                <a:alpha val="47843"/>
              </a:srgbClr>
            </a:outerShdw>
          </a:effectLst>
        </p:spPr>
      </p:pic>
      <p:sp>
        <p:nvSpPr>
          <p:cNvPr id="84" name="Google Shape;84;p10"/>
          <p:cNvSpPr txBox="1"/>
          <p:nvPr/>
        </p:nvSpPr>
        <p:spPr>
          <a:xfrm>
            <a:off x="692625" y="4187575"/>
            <a:ext cx="71562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Guillermo Diaz [FAI-3197]</a:t>
            </a:r>
            <a:endParaRPr sz="29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Cristopher Ovaillos [FAI-3162]</a:t>
            </a:r>
            <a:endParaRPr sz="29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/>
          <p:nvPr/>
        </p:nvSpPr>
        <p:spPr>
          <a:xfrm>
            <a:off x="201825" y="1667675"/>
            <a:ext cx="5131200" cy="47418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CB05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0" name="Google Shape;90;p11"/>
          <p:cNvSpPr/>
          <p:nvPr/>
        </p:nvSpPr>
        <p:spPr>
          <a:xfrm>
            <a:off x="9004200" y="2920350"/>
            <a:ext cx="3187800" cy="39252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CB05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1" name="Google Shape;91;p11"/>
          <p:cNvSpPr txBox="1"/>
          <p:nvPr>
            <p:ph type="title"/>
          </p:nvPr>
        </p:nvSpPr>
        <p:spPr>
          <a:xfrm>
            <a:off x="847161" y="529079"/>
            <a:ext cx="115317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uckiest Guy"/>
              <a:buNone/>
            </a:pPr>
            <a:r>
              <a:rPr lang="en-US"/>
              <a:t>¿Qué es </a:t>
            </a:r>
            <a:r>
              <a:rPr lang="en-US"/>
              <a:t>Pokémon</a:t>
            </a:r>
            <a:r>
              <a:rPr lang="en-US"/>
              <a:t>?</a:t>
            </a:r>
            <a:endParaRPr sz="5400">
              <a:solidFill>
                <a:schemeClr val="lt1"/>
              </a:solidFill>
              <a:latin typeface="Luckiest Guy"/>
              <a:ea typeface="Luckiest Guy"/>
              <a:cs typeface="Luckiest Guy"/>
              <a:sym typeface="Luckiest Guy"/>
            </a:endParaRPr>
          </a:p>
        </p:txBody>
      </p:sp>
      <p:sp>
        <p:nvSpPr>
          <p:cNvPr id="92" name="Google Shape;92;p11"/>
          <p:cNvSpPr txBox="1"/>
          <p:nvPr/>
        </p:nvSpPr>
        <p:spPr>
          <a:xfrm>
            <a:off x="580825" y="2336425"/>
            <a:ext cx="4273800" cy="3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Es una franquicia donde existen criaturas llamadas pokemons que los entrenadores capturan, entrenan y utilizan para combatir entre </a:t>
            </a:r>
            <a:r>
              <a:rPr lang="en-US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sí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93" name="Google Shape;93;p11" title="pokeball-releas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6700" y="2150074"/>
            <a:ext cx="6115035" cy="34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/>
          <p:nvPr/>
        </p:nvSpPr>
        <p:spPr>
          <a:xfrm>
            <a:off x="201825" y="1667675"/>
            <a:ext cx="5131200" cy="47418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CB05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9" name="Google Shape;99;p12"/>
          <p:cNvSpPr/>
          <p:nvPr/>
        </p:nvSpPr>
        <p:spPr>
          <a:xfrm>
            <a:off x="9004200" y="2982470"/>
            <a:ext cx="3187800" cy="39252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CB05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0" name="Google Shape;100;p12"/>
          <p:cNvSpPr txBox="1"/>
          <p:nvPr>
            <p:ph type="title"/>
          </p:nvPr>
        </p:nvSpPr>
        <p:spPr>
          <a:xfrm>
            <a:off x="847161" y="529079"/>
            <a:ext cx="115317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uckiest Guy"/>
              <a:buNone/>
            </a:pPr>
            <a:r>
              <a:rPr lang="en-US"/>
              <a:t>Pokedex</a:t>
            </a:r>
            <a:endParaRPr sz="5400">
              <a:solidFill>
                <a:schemeClr val="lt1"/>
              </a:solidFill>
              <a:latin typeface="Luckiest Guy"/>
              <a:ea typeface="Luckiest Guy"/>
              <a:cs typeface="Luckiest Guy"/>
              <a:sym typeface="Luckiest Guy"/>
            </a:endParaRPr>
          </a:p>
        </p:txBody>
      </p:sp>
      <p:pic>
        <p:nvPicPr>
          <p:cNvPr id="101" name="Google Shape;101;p12" title="pokedexgif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400" y="2193675"/>
            <a:ext cx="4215800" cy="421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2"/>
          <p:cNvGrpSpPr/>
          <p:nvPr/>
        </p:nvGrpSpPr>
        <p:grpSpPr>
          <a:xfrm>
            <a:off x="659292" y="3296109"/>
            <a:ext cx="9424518" cy="4018520"/>
            <a:chOff x="692692" y="1185037"/>
            <a:chExt cx="9424518" cy="4018520"/>
          </a:xfrm>
        </p:grpSpPr>
        <p:sp>
          <p:nvSpPr>
            <p:cNvPr id="103" name="Google Shape;103;p12"/>
            <p:cNvSpPr/>
            <p:nvPr/>
          </p:nvSpPr>
          <p:spPr>
            <a:xfrm flipH="1" rot="-5400000">
              <a:off x="5724842" y="1240087"/>
              <a:ext cx="1043400" cy="933300"/>
            </a:xfrm>
            <a:prstGeom prst="parallelogram">
              <a:avLst>
                <a:gd fmla="val 12956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2"/>
            <p:cNvSpPr txBox="1"/>
            <p:nvPr/>
          </p:nvSpPr>
          <p:spPr>
            <a:xfrm>
              <a:off x="6856510" y="1352275"/>
              <a:ext cx="3260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62626"/>
                  </a:solidFill>
                  <a:latin typeface="Oswald"/>
                  <a:ea typeface="Oswald"/>
                  <a:cs typeface="Oswald"/>
                  <a:sym typeface="Oswald"/>
                </a:rPr>
                <a:t>Tipos</a:t>
              </a:r>
              <a:endParaRPr b="1"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05" name="Google Shape;105;p12"/>
            <p:cNvSpPr txBox="1"/>
            <p:nvPr/>
          </p:nvSpPr>
          <p:spPr>
            <a:xfrm>
              <a:off x="5876640" y="1383518"/>
              <a:ext cx="739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2"/>
                  </a:solidFill>
                  <a:latin typeface="Luckiest Guy"/>
                  <a:ea typeface="Luckiest Guy"/>
                  <a:cs typeface="Luckiest Guy"/>
                  <a:sym typeface="Luckiest Guy"/>
                </a:rPr>
                <a:t>01</a:t>
              </a:r>
              <a:endParaRPr sz="3600">
                <a:solidFill>
                  <a:schemeClr val="accent2"/>
                </a:solidFill>
                <a:latin typeface="Luckiest Guy"/>
                <a:ea typeface="Luckiest Guy"/>
                <a:cs typeface="Luckiest Guy"/>
                <a:sym typeface="Luckiest Guy"/>
              </a:endParaRPr>
            </a:p>
          </p:txBody>
        </p:sp>
        <p:sp>
          <p:nvSpPr>
            <p:cNvPr id="106" name="Google Shape;106;p12"/>
            <p:cNvSpPr/>
            <p:nvPr/>
          </p:nvSpPr>
          <p:spPr>
            <a:xfrm flipH="1" rot="-5400000">
              <a:off x="5724842" y="2297553"/>
              <a:ext cx="1043400" cy="933300"/>
            </a:xfrm>
            <a:prstGeom prst="parallelogram">
              <a:avLst>
                <a:gd fmla="val 12956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2"/>
            <p:cNvSpPr txBox="1"/>
            <p:nvPr/>
          </p:nvSpPr>
          <p:spPr>
            <a:xfrm>
              <a:off x="6856510" y="2409741"/>
              <a:ext cx="3260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62626"/>
                  </a:solidFill>
                  <a:latin typeface="Oswald"/>
                  <a:ea typeface="Oswald"/>
                  <a:cs typeface="Oswald"/>
                  <a:sym typeface="Oswald"/>
                </a:rPr>
                <a:t>Movimientos</a:t>
              </a:r>
              <a:endParaRPr b="1"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08" name="Google Shape;108;p12"/>
            <p:cNvSpPr txBox="1"/>
            <p:nvPr/>
          </p:nvSpPr>
          <p:spPr>
            <a:xfrm>
              <a:off x="5876640" y="2448902"/>
              <a:ext cx="739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2"/>
                  </a:solidFill>
                  <a:latin typeface="Luckiest Guy"/>
                  <a:ea typeface="Luckiest Guy"/>
                  <a:cs typeface="Luckiest Guy"/>
                  <a:sym typeface="Luckiest Guy"/>
                </a:rPr>
                <a:t>02</a:t>
              </a:r>
              <a:endParaRPr sz="3600">
                <a:solidFill>
                  <a:schemeClr val="accent2"/>
                </a:solidFill>
                <a:latin typeface="Luckiest Guy"/>
                <a:ea typeface="Luckiest Guy"/>
                <a:cs typeface="Luckiest Guy"/>
                <a:sym typeface="Luckiest Guy"/>
              </a:endParaRPr>
            </a:p>
          </p:txBody>
        </p:sp>
        <p:sp>
          <p:nvSpPr>
            <p:cNvPr id="109" name="Google Shape;109;p12"/>
            <p:cNvSpPr/>
            <p:nvPr/>
          </p:nvSpPr>
          <p:spPr>
            <a:xfrm flipH="1" rot="-5400000">
              <a:off x="5724842" y="3355019"/>
              <a:ext cx="1043400" cy="933300"/>
            </a:xfrm>
            <a:prstGeom prst="parallelogram">
              <a:avLst>
                <a:gd fmla="val 12956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2"/>
            <p:cNvSpPr txBox="1"/>
            <p:nvPr/>
          </p:nvSpPr>
          <p:spPr>
            <a:xfrm>
              <a:off x="6856510" y="3467207"/>
              <a:ext cx="3260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62626"/>
                  </a:solidFill>
                  <a:latin typeface="Oswald"/>
                  <a:ea typeface="Oswald"/>
                  <a:cs typeface="Oswald"/>
                  <a:sym typeface="Oswald"/>
                </a:rPr>
                <a:t>Estadisticas</a:t>
              </a:r>
              <a:endParaRPr b="1"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11" name="Google Shape;111;p12"/>
            <p:cNvSpPr txBox="1"/>
            <p:nvPr/>
          </p:nvSpPr>
          <p:spPr>
            <a:xfrm>
              <a:off x="5876640" y="3506368"/>
              <a:ext cx="739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2"/>
                  </a:solidFill>
                  <a:latin typeface="Luckiest Guy"/>
                  <a:ea typeface="Luckiest Guy"/>
                  <a:cs typeface="Luckiest Guy"/>
                  <a:sym typeface="Luckiest Guy"/>
                </a:rPr>
                <a:t>03</a:t>
              </a:r>
              <a:endParaRPr sz="3600">
                <a:solidFill>
                  <a:schemeClr val="accent2"/>
                </a:solidFill>
                <a:latin typeface="Luckiest Guy"/>
                <a:ea typeface="Luckiest Guy"/>
                <a:cs typeface="Luckiest Guy"/>
                <a:sym typeface="Luckiest Guy"/>
              </a:endParaRPr>
            </a:p>
          </p:txBody>
        </p:sp>
        <p:sp>
          <p:nvSpPr>
            <p:cNvPr id="112" name="Google Shape;112;p12"/>
            <p:cNvSpPr txBox="1"/>
            <p:nvPr/>
          </p:nvSpPr>
          <p:spPr>
            <a:xfrm>
              <a:off x="692692" y="4895757"/>
              <a:ext cx="43641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2"/>
          <p:cNvSpPr txBox="1"/>
          <p:nvPr/>
        </p:nvSpPr>
        <p:spPr>
          <a:xfrm>
            <a:off x="5587650" y="1935775"/>
            <a:ext cx="6538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Enciclopedia que registra información sobre cada pokemon</a:t>
            </a:r>
            <a:endParaRPr sz="2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>
            <p:ph type="title"/>
          </p:nvPr>
        </p:nvSpPr>
        <p:spPr>
          <a:xfrm>
            <a:off x="4412193" y="265375"/>
            <a:ext cx="47040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uckiest Guy"/>
              <a:buNone/>
            </a:pPr>
            <a:r>
              <a:rPr lang="en-US"/>
              <a:t>TEAM pokemon</a:t>
            </a:r>
            <a:endParaRPr/>
          </a:p>
        </p:txBody>
      </p:sp>
      <p:pic>
        <p:nvPicPr>
          <p:cNvPr id="119" name="Google Shape;11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177" y="2919350"/>
            <a:ext cx="4629401" cy="37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9227" y="2919350"/>
            <a:ext cx="4577613" cy="37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3" title="ashIc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5181" y="909250"/>
            <a:ext cx="2198176" cy="201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3" title="garyic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48504" y="1052627"/>
            <a:ext cx="1640100" cy="172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10690" y="3329325"/>
            <a:ext cx="2295525" cy="181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/>
          <p:nvPr>
            <p:ph type="title"/>
          </p:nvPr>
        </p:nvSpPr>
        <p:spPr>
          <a:xfrm>
            <a:off x="411800" y="2319675"/>
            <a:ext cx="6989700" cy="22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Luckiest Guy"/>
              <a:buNone/>
            </a:pPr>
            <a:r>
              <a:rPr lang="en-US" sz="6400"/>
              <a:t>IMPLEMENTACIÓN</a:t>
            </a:r>
            <a:endParaRPr sz="6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/>
          <p:nvPr>
            <p:ph type="title"/>
          </p:nvPr>
        </p:nvSpPr>
        <p:spPr>
          <a:xfrm>
            <a:off x="660163" y="252949"/>
            <a:ext cx="11531700" cy="43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MER</a:t>
            </a:r>
            <a:endParaRPr/>
          </a:p>
        </p:txBody>
      </p:sp>
      <p:pic>
        <p:nvPicPr>
          <p:cNvPr id="134" name="Google Shape;13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301" y="815250"/>
            <a:ext cx="10174522" cy="604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>
            <p:ph type="title"/>
          </p:nvPr>
        </p:nvSpPr>
        <p:spPr>
          <a:xfrm>
            <a:off x="1316682" y="572940"/>
            <a:ext cx="584640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uckiest Guy"/>
              <a:buNone/>
            </a:pPr>
            <a:r>
              <a:rPr lang="en-US" sz="5300"/>
              <a:t>BACKEND</a:t>
            </a:r>
            <a:endParaRPr sz="5300">
              <a:solidFill>
                <a:schemeClr val="lt1"/>
              </a:solidFill>
              <a:latin typeface="Luckiest Guy"/>
              <a:ea typeface="Luckiest Guy"/>
              <a:cs typeface="Luckiest Guy"/>
              <a:sym typeface="Luckiest Guy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962975" y="1592025"/>
            <a:ext cx="4150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Oswald"/>
              <a:buChar char="●"/>
            </a:pPr>
            <a:r>
              <a:rPr lang="en-US" sz="34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API Rest con Express</a:t>
            </a:r>
            <a:endParaRPr sz="34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6962975" y="3281600"/>
            <a:ext cx="6559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Oswald"/>
              <a:buChar char="●"/>
            </a:pPr>
            <a:r>
              <a:rPr lang="en-US" sz="34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Repository</a:t>
            </a:r>
            <a:endParaRPr sz="2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6962975" y="4325792"/>
            <a:ext cx="6295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Oswald"/>
              <a:buChar char="●"/>
            </a:pPr>
            <a:r>
              <a:rPr lang="en-US" sz="34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Capas</a:t>
            </a:r>
            <a:endParaRPr sz="2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6962975" y="5398450"/>
            <a:ext cx="487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Oswald"/>
              <a:buChar char="●"/>
            </a:pPr>
            <a:r>
              <a:rPr lang="en-US" sz="34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SQLITE </a:t>
            </a:r>
            <a:endParaRPr sz="2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>
            <p:ph idx="4294967295" type="title"/>
          </p:nvPr>
        </p:nvSpPr>
        <p:spPr>
          <a:xfrm>
            <a:off x="6333125" y="301375"/>
            <a:ext cx="4776000" cy="1286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latin typeface="Oswald"/>
                <a:ea typeface="Oswald"/>
                <a:cs typeface="Oswald"/>
                <a:sym typeface="Oswald"/>
              </a:rPr>
              <a:t>Diagrama</a:t>
            </a:r>
            <a:endParaRPr b="1" sz="48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9" name="Google Shape;149;p17" title="backend-diagram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10961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5835459" y="1906950"/>
            <a:ext cx="62262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Se dividió según responsabilidades</a:t>
            </a:r>
            <a:endParaRPr sz="2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Char char="●"/>
            </a:pPr>
            <a:r>
              <a:rPr lang="en-US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Enciclopedia</a:t>
            </a:r>
            <a:endParaRPr sz="2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Char char="●"/>
            </a:pPr>
            <a:r>
              <a:rPr lang="en-US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Usuarios</a:t>
            </a:r>
            <a:endParaRPr sz="2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Char char="●"/>
            </a:pPr>
            <a:r>
              <a:rPr lang="en-US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Equipo</a:t>
            </a:r>
            <a:endParaRPr sz="2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>
            <p:ph idx="4294967295" type="title"/>
          </p:nvPr>
        </p:nvSpPr>
        <p:spPr>
          <a:xfrm>
            <a:off x="3707988" y="563825"/>
            <a:ext cx="4776000" cy="1286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swald"/>
                <a:ea typeface="Oswald"/>
                <a:cs typeface="Oswald"/>
                <a:sym typeface="Oswald"/>
              </a:rPr>
              <a:t>Capas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6" name="Google Shape;156;p18" title="backend cap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282" y="1850525"/>
            <a:ext cx="11069424" cy="44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/>
          <p:nvPr/>
        </p:nvSpPr>
        <p:spPr>
          <a:xfrm>
            <a:off x="929550" y="2184289"/>
            <a:ext cx="2774700" cy="3242400"/>
          </a:xfrm>
          <a:prstGeom prst="parallelogram">
            <a:avLst>
              <a:gd fmla="val 10975" name="adj"/>
            </a:avLst>
          </a:prstGeom>
          <a:solidFill>
            <a:schemeClr val="accent1"/>
          </a:solidFill>
          <a:ln>
            <a:noFill/>
          </a:ln>
          <a:effectLst>
            <a:outerShdw blurRad="127000" sx="102000" rotWithShape="0" algn="ctr" sy="102000">
              <a:srgbClr val="000000">
                <a:alpha val="2863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2" name="Google Shape;162;p19"/>
          <p:cNvSpPr txBox="1"/>
          <p:nvPr>
            <p:ph type="title"/>
          </p:nvPr>
        </p:nvSpPr>
        <p:spPr>
          <a:xfrm>
            <a:off x="4334083" y="235440"/>
            <a:ext cx="45183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uckiest Guy"/>
              <a:buNone/>
            </a:pPr>
            <a:r>
              <a:rPr lang="en-US"/>
              <a:t>ENDPOINT UsUARIO</a:t>
            </a:r>
            <a:endParaRPr/>
          </a:p>
        </p:txBody>
      </p:sp>
      <p:grpSp>
        <p:nvGrpSpPr>
          <p:cNvPr id="163" name="Google Shape;163;p19"/>
          <p:cNvGrpSpPr/>
          <p:nvPr/>
        </p:nvGrpSpPr>
        <p:grpSpPr>
          <a:xfrm>
            <a:off x="4741270" y="1218328"/>
            <a:ext cx="7361649" cy="5082762"/>
            <a:chOff x="5779892" y="1185037"/>
            <a:chExt cx="6002649" cy="5082762"/>
          </a:xfrm>
        </p:grpSpPr>
        <p:sp>
          <p:nvSpPr>
            <p:cNvPr id="164" name="Google Shape;164;p19"/>
            <p:cNvSpPr/>
            <p:nvPr/>
          </p:nvSpPr>
          <p:spPr>
            <a:xfrm flipH="1" rot="-5400000">
              <a:off x="5724852" y="1240077"/>
              <a:ext cx="1043292" cy="933212"/>
            </a:xfrm>
            <a:prstGeom prst="parallelogram">
              <a:avLst>
                <a:gd fmla="val 12956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65" name="Google Shape;165;p19"/>
            <p:cNvSpPr txBox="1"/>
            <p:nvPr/>
          </p:nvSpPr>
          <p:spPr>
            <a:xfrm>
              <a:off x="6856510" y="1352275"/>
              <a:ext cx="32607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0B5394"/>
                  </a:solidFill>
                  <a:latin typeface="Oswald"/>
                  <a:ea typeface="Oswald"/>
                  <a:cs typeface="Oswald"/>
                  <a:sym typeface="Oswald"/>
                </a:rPr>
                <a:t>Login</a:t>
              </a:r>
              <a:endParaRPr sz="1600">
                <a:solidFill>
                  <a:srgbClr val="0B5394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6973541" y="1753315"/>
              <a:ext cx="48090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5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/auth/login</a:t>
              </a:r>
              <a:endPara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67" name="Google Shape;167;p19"/>
            <p:cNvSpPr txBox="1"/>
            <p:nvPr/>
          </p:nvSpPr>
          <p:spPr>
            <a:xfrm>
              <a:off x="5876640" y="1383518"/>
              <a:ext cx="739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2"/>
                  </a:solidFill>
                  <a:latin typeface="Oswald"/>
                  <a:ea typeface="Oswald"/>
                  <a:cs typeface="Oswald"/>
                  <a:sym typeface="Oswald"/>
                </a:rPr>
                <a:t>01</a:t>
              </a:r>
              <a:endParaRPr sz="36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68" name="Google Shape;168;p19"/>
            <p:cNvSpPr/>
            <p:nvPr/>
          </p:nvSpPr>
          <p:spPr>
            <a:xfrm flipH="1" rot="-5400000">
              <a:off x="5724852" y="2297543"/>
              <a:ext cx="1043292" cy="933212"/>
            </a:xfrm>
            <a:prstGeom prst="parallelogram">
              <a:avLst>
                <a:gd fmla="val 12956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69" name="Google Shape;169;p19"/>
            <p:cNvSpPr txBox="1"/>
            <p:nvPr/>
          </p:nvSpPr>
          <p:spPr>
            <a:xfrm>
              <a:off x="6856510" y="2409741"/>
              <a:ext cx="32607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0B5394"/>
                  </a:solidFill>
                  <a:latin typeface="Oswald"/>
                  <a:ea typeface="Oswald"/>
                  <a:cs typeface="Oswald"/>
                  <a:sym typeface="Oswald"/>
                </a:rPr>
                <a:t>Register</a:t>
              </a:r>
              <a:endParaRPr sz="1600">
                <a:solidFill>
                  <a:srgbClr val="0B5394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5876640" y="2448902"/>
              <a:ext cx="739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2"/>
                  </a:solidFill>
                  <a:latin typeface="Oswald"/>
                  <a:ea typeface="Oswald"/>
                  <a:cs typeface="Oswald"/>
                  <a:sym typeface="Oswald"/>
                </a:rPr>
                <a:t>02</a:t>
              </a:r>
              <a:endParaRPr sz="36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 flipH="1" rot="-5400000">
              <a:off x="5724852" y="3355009"/>
              <a:ext cx="1043292" cy="933212"/>
            </a:xfrm>
            <a:prstGeom prst="parallelogram">
              <a:avLst>
                <a:gd fmla="val 12956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6856510" y="3467207"/>
              <a:ext cx="32607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0B5394"/>
                  </a:solidFill>
                  <a:latin typeface="Oswald"/>
                  <a:ea typeface="Oswald"/>
                  <a:cs typeface="Oswald"/>
                  <a:sym typeface="Oswald"/>
                </a:rPr>
                <a:t>Protected</a:t>
              </a:r>
              <a:endParaRPr sz="1600">
                <a:solidFill>
                  <a:srgbClr val="0B5394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73" name="Google Shape;173;p19"/>
            <p:cNvSpPr txBox="1"/>
            <p:nvPr/>
          </p:nvSpPr>
          <p:spPr>
            <a:xfrm>
              <a:off x="5876640" y="3506368"/>
              <a:ext cx="739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2"/>
                  </a:solidFill>
                  <a:latin typeface="Oswald"/>
                  <a:ea typeface="Oswald"/>
                  <a:cs typeface="Oswald"/>
                  <a:sym typeface="Oswald"/>
                </a:rPr>
                <a:t>03</a:t>
              </a:r>
              <a:endParaRPr sz="36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74" name="Google Shape;174;p19"/>
            <p:cNvSpPr/>
            <p:nvPr/>
          </p:nvSpPr>
          <p:spPr>
            <a:xfrm flipH="1" rot="-5400000">
              <a:off x="5724852" y="4412475"/>
              <a:ext cx="1043292" cy="933212"/>
            </a:xfrm>
            <a:prstGeom prst="parallelogram">
              <a:avLst>
                <a:gd fmla="val 12956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6856509" y="4524673"/>
              <a:ext cx="40887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0B5394"/>
                  </a:solidFill>
                  <a:latin typeface="Oswald"/>
                  <a:ea typeface="Oswald"/>
                  <a:cs typeface="Oswald"/>
                  <a:sym typeface="Oswald"/>
                </a:rPr>
                <a:t>Actualizar datos</a:t>
              </a:r>
              <a:endParaRPr sz="1600">
                <a:solidFill>
                  <a:srgbClr val="0B5394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5876640" y="4563834"/>
              <a:ext cx="739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2"/>
                  </a:solidFill>
                  <a:latin typeface="Oswald"/>
                  <a:ea typeface="Oswald"/>
                  <a:cs typeface="Oswald"/>
                  <a:sym typeface="Oswald"/>
                </a:rPr>
                <a:t>04</a:t>
              </a:r>
              <a:endParaRPr sz="36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5876640" y="5621299"/>
              <a:ext cx="739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accent2"/>
                  </a:solidFill>
                  <a:latin typeface="Oswald"/>
                  <a:ea typeface="Oswald"/>
                  <a:cs typeface="Oswald"/>
                  <a:sym typeface="Oswald"/>
                </a:rPr>
                <a:t>05</a:t>
              </a:r>
              <a:endParaRPr sz="36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sp>
        <p:nvSpPr>
          <p:cNvPr id="178" name="Google Shape;178;p19"/>
          <p:cNvSpPr txBox="1"/>
          <p:nvPr/>
        </p:nvSpPr>
        <p:spPr>
          <a:xfrm>
            <a:off x="6203495" y="2832930"/>
            <a:ext cx="48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/auth/register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6189547" y="3877570"/>
            <a:ext cx="48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/auth/protected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6190454" y="4922220"/>
            <a:ext cx="4809000" cy="18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/auth/username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/auth/email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/auth/password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1" name="Google Shape;181;p19"/>
          <p:cNvPicPr preferRelativeResize="0"/>
          <p:nvPr/>
        </p:nvPicPr>
        <p:blipFill rotWithShape="1">
          <a:blip r:embed="rId3">
            <a:alphaModFix/>
          </a:blip>
          <a:srcRect b="10233" l="0" r="0" t="0"/>
          <a:stretch/>
        </p:blipFill>
        <p:spPr>
          <a:xfrm>
            <a:off x="449187" y="1851200"/>
            <a:ext cx="3884896" cy="3438788"/>
          </a:xfrm>
          <a:custGeom>
            <a:rect b="b" l="l" r="r" t="t"/>
            <a:pathLst>
              <a:path extrusionOk="0" h="3768535" w="4257420">
                <a:moveTo>
                  <a:pt x="0" y="0"/>
                </a:moveTo>
                <a:lnTo>
                  <a:pt x="4257420" y="0"/>
                </a:lnTo>
                <a:lnTo>
                  <a:pt x="4257420" y="3768535"/>
                </a:lnTo>
                <a:lnTo>
                  <a:pt x="0" y="3768535"/>
                </a:lnTo>
                <a:close/>
              </a:path>
            </a:pathLst>
          </a:custGeom>
          <a:noFill/>
          <a:ln>
            <a:noFill/>
          </a:ln>
          <a:effectLst>
            <a:outerShdw blurRad="228600" rotWithShape="0" dir="162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>
            <p:ph type="title"/>
          </p:nvPr>
        </p:nvSpPr>
        <p:spPr>
          <a:xfrm>
            <a:off x="3745253" y="235450"/>
            <a:ext cx="64206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uckiest Guy"/>
              <a:buNone/>
            </a:pPr>
            <a:r>
              <a:rPr lang="en-US"/>
              <a:t>ENDPOINT Enciclopedia</a:t>
            </a:r>
            <a:endParaRPr/>
          </a:p>
        </p:txBody>
      </p:sp>
      <p:grpSp>
        <p:nvGrpSpPr>
          <p:cNvPr id="187" name="Google Shape;187;p20"/>
          <p:cNvGrpSpPr/>
          <p:nvPr/>
        </p:nvGrpSpPr>
        <p:grpSpPr>
          <a:xfrm>
            <a:off x="4741270" y="1218328"/>
            <a:ext cx="7361649" cy="5128962"/>
            <a:chOff x="5779892" y="1185037"/>
            <a:chExt cx="6002649" cy="5128962"/>
          </a:xfrm>
        </p:grpSpPr>
        <p:sp>
          <p:nvSpPr>
            <p:cNvPr id="188" name="Google Shape;188;p20"/>
            <p:cNvSpPr/>
            <p:nvPr/>
          </p:nvSpPr>
          <p:spPr>
            <a:xfrm flipH="1" rot="-5400000">
              <a:off x="5724842" y="1240087"/>
              <a:ext cx="1043400" cy="933300"/>
            </a:xfrm>
            <a:prstGeom prst="parallelogram">
              <a:avLst>
                <a:gd fmla="val 12956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6856500" y="1352284"/>
              <a:ext cx="42441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B5394"/>
                  </a:solidFill>
                  <a:latin typeface="Oswald"/>
                  <a:ea typeface="Oswald"/>
                  <a:cs typeface="Oswald"/>
                  <a:sym typeface="Oswald"/>
                </a:rPr>
                <a:t>Pokemons (lista, busqueda, filtros)</a:t>
              </a:r>
              <a:endParaRPr sz="1900">
                <a:solidFill>
                  <a:srgbClr val="0B5394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6973541" y="1841238"/>
              <a:ext cx="4809000" cy="3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1000"/>
                </a:spcBef>
                <a:spcAft>
                  <a:spcPts val="0"/>
                </a:spcAft>
                <a:buSzPts val="1100"/>
                <a:buNone/>
              </a:pPr>
              <a:r>
                <a:rPr lang="en-US" sz="1950">
                  <a:solidFill>
                    <a:schemeClr val="lt1"/>
                  </a:solidFill>
                  <a:highlight>
                    <a:schemeClr val="dk1"/>
                  </a:highlight>
                  <a:latin typeface="Oswald"/>
                  <a:ea typeface="Oswald"/>
                  <a:cs typeface="Oswald"/>
                  <a:sym typeface="Oswald"/>
                </a:rPr>
                <a:t>/enciclopedia/pokemon</a:t>
              </a:r>
              <a:endParaRPr sz="2300">
                <a:solidFill>
                  <a:schemeClr val="lt1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91" name="Google Shape;191;p20"/>
            <p:cNvSpPr txBox="1"/>
            <p:nvPr/>
          </p:nvSpPr>
          <p:spPr>
            <a:xfrm>
              <a:off x="5876640" y="1383518"/>
              <a:ext cx="7398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00">
                  <a:solidFill>
                    <a:schemeClr val="accent2"/>
                  </a:solidFill>
                  <a:latin typeface="Oswald"/>
                  <a:ea typeface="Oswald"/>
                  <a:cs typeface="Oswald"/>
                  <a:sym typeface="Oswald"/>
                </a:rPr>
                <a:t>01</a:t>
              </a:r>
              <a:endParaRPr sz="39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 flipH="1" rot="-5400000">
              <a:off x="5724842" y="2297553"/>
              <a:ext cx="1043400" cy="933300"/>
            </a:xfrm>
            <a:prstGeom prst="parallelogram">
              <a:avLst>
                <a:gd fmla="val 12956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93" name="Google Shape;193;p20"/>
            <p:cNvSpPr txBox="1"/>
            <p:nvPr/>
          </p:nvSpPr>
          <p:spPr>
            <a:xfrm>
              <a:off x="6856510" y="2409741"/>
              <a:ext cx="32607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B5394"/>
                  </a:solidFill>
                  <a:latin typeface="Oswald"/>
                  <a:ea typeface="Oswald"/>
                  <a:cs typeface="Oswald"/>
                  <a:sym typeface="Oswald"/>
                </a:rPr>
                <a:t>Pokemon Detail </a:t>
              </a:r>
              <a:endParaRPr sz="1900">
                <a:solidFill>
                  <a:srgbClr val="0B5394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5876640" y="2448902"/>
              <a:ext cx="7398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00">
                  <a:solidFill>
                    <a:schemeClr val="accent2"/>
                  </a:solidFill>
                  <a:latin typeface="Oswald"/>
                  <a:ea typeface="Oswald"/>
                  <a:cs typeface="Oswald"/>
                  <a:sym typeface="Oswald"/>
                </a:rPr>
                <a:t>02</a:t>
              </a:r>
              <a:endParaRPr sz="39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95" name="Google Shape;195;p20"/>
            <p:cNvSpPr/>
            <p:nvPr/>
          </p:nvSpPr>
          <p:spPr>
            <a:xfrm flipH="1" rot="-5400000">
              <a:off x="5724842" y="3355019"/>
              <a:ext cx="1043400" cy="933300"/>
            </a:xfrm>
            <a:prstGeom prst="parallelogram">
              <a:avLst>
                <a:gd fmla="val 12956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6856510" y="3467207"/>
              <a:ext cx="32607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B5394"/>
                  </a:solidFill>
                  <a:latin typeface="Oswald"/>
                  <a:ea typeface="Oswald"/>
                  <a:cs typeface="Oswald"/>
                  <a:sym typeface="Oswald"/>
                </a:rPr>
                <a:t>Movimientos de Pokemon</a:t>
              </a:r>
              <a:endParaRPr sz="1900">
                <a:solidFill>
                  <a:srgbClr val="0B5394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97" name="Google Shape;197;p20"/>
            <p:cNvSpPr txBox="1"/>
            <p:nvPr/>
          </p:nvSpPr>
          <p:spPr>
            <a:xfrm>
              <a:off x="5876640" y="3506368"/>
              <a:ext cx="7398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00">
                  <a:solidFill>
                    <a:schemeClr val="accent2"/>
                  </a:solidFill>
                  <a:latin typeface="Oswald"/>
                  <a:ea typeface="Oswald"/>
                  <a:cs typeface="Oswald"/>
                  <a:sym typeface="Oswald"/>
                </a:rPr>
                <a:t>03</a:t>
              </a:r>
              <a:endParaRPr sz="39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98" name="Google Shape;198;p20"/>
            <p:cNvSpPr/>
            <p:nvPr/>
          </p:nvSpPr>
          <p:spPr>
            <a:xfrm flipH="1" rot="-5400000">
              <a:off x="5724842" y="4412485"/>
              <a:ext cx="1043400" cy="933300"/>
            </a:xfrm>
            <a:prstGeom prst="parallelogram">
              <a:avLst>
                <a:gd fmla="val 12956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99" name="Google Shape;199;p20"/>
            <p:cNvSpPr txBox="1"/>
            <p:nvPr/>
          </p:nvSpPr>
          <p:spPr>
            <a:xfrm>
              <a:off x="6856509" y="4524673"/>
              <a:ext cx="40887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B5394"/>
                  </a:solidFill>
                  <a:latin typeface="Oswald"/>
                  <a:ea typeface="Oswald"/>
                  <a:cs typeface="Oswald"/>
                  <a:sym typeface="Oswald"/>
                </a:rPr>
                <a:t>Movimientos</a:t>
              </a:r>
              <a:endParaRPr sz="1900">
                <a:solidFill>
                  <a:srgbClr val="0B5394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5876640" y="4563834"/>
              <a:ext cx="7398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00">
                  <a:solidFill>
                    <a:schemeClr val="accent2"/>
                  </a:solidFill>
                  <a:latin typeface="Oswald"/>
                  <a:ea typeface="Oswald"/>
                  <a:cs typeface="Oswald"/>
                  <a:sym typeface="Oswald"/>
                </a:rPr>
                <a:t>04</a:t>
              </a:r>
              <a:endParaRPr sz="39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5876640" y="5621299"/>
              <a:ext cx="7398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00">
                  <a:solidFill>
                    <a:schemeClr val="accent2"/>
                  </a:solidFill>
                  <a:latin typeface="Oswald"/>
                  <a:ea typeface="Oswald"/>
                  <a:cs typeface="Oswald"/>
                  <a:sym typeface="Oswald"/>
                </a:rPr>
                <a:t>05</a:t>
              </a:r>
              <a:endParaRPr sz="39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sp>
        <p:nvSpPr>
          <p:cNvPr id="202" name="Google Shape;202;p20"/>
          <p:cNvSpPr txBox="1"/>
          <p:nvPr/>
        </p:nvSpPr>
        <p:spPr>
          <a:xfrm>
            <a:off x="6203495" y="2920853"/>
            <a:ext cx="480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2100">
                <a:solidFill>
                  <a:schemeClr val="lt1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rPr>
              <a:t>/enciclopedia/pokemon/</a:t>
            </a:r>
            <a:r>
              <a:rPr lang="en-US" sz="2100">
                <a:solidFill>
                  <a:srgbClr val="00FF00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rPr>
              <a:t>${id}</a:t>
            </a:r>
            <a:endParaRPr sz="2100">
              <a:solidFill>
                <a:srgbClr val="00FF00"/>
              </a:solidFill>
              <a:highlight>
                <a:schemeClr val="dk1"/>
              </a:highlight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6189547" y="3965493"/>
            <a:ext cx="480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2100">
                <a:solidFill>
                  <a:schemeClr val="lt1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rPr>
              <a:t>/enciclopedia/pokemon/</a:t>
            </a:r>
            <a:r>
              <a:rPr lang="en-US" sz="2100">
                <a:solidFill>
                  <a:srgbClr val="00FF00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rPr>
              <a:t>${id}</a:t>
            </a:r>
            <a:r>
              <a:rPr lang="en-US" sz="2100">
                <a:solidFill>
                  <a:schemeClr val="lt1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rPr>
              <a:t>/movimientos</a:t>
            </a:r>
            <a:endParaRPr sz="2100">
              <a:solidFill>
                <a:schemeClr val="lt1"/>
              </a:solidFill>
              <a:highlight>
                <a:schemeClr val="dk1"/>
              </a:highlight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6190454" y="5027728"/>
            <a:ext cx="48090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2100">
                <a:solidFill>
                  <a:schemeClr val="lt1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rPr>
              <a:t>/enciclopedia/movimientos</a:t>
            </a:r>
            <a:endParaRPr sz="2100">
              <a:solidFill>
                <a:schemeClr val="lt1"/>
              </a:solidFill>
              <a:highlight>
                <a:schemeClr val="dk1"/>
              </a:highlight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05" name="Google Shape;205;p20" title="pokedexexp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8326"/>
            <a:ext cx="4809000" cy="4808973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5129403" y="5674825"/>
            <a:ext cx="14337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3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. . .</a:t>
            </a:r>
            <a:endParaRPr sz="3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/>
          <p:nvPr>
            <p:ph type="title"/>
          </p:nvPr>
        </p:nvSpPr>
        <p:spPr>
          <a:xfrm>
            <a:off x="3745253" y="235450"/>
            <a:ext cx="64206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uckiest Guy"/>
              <a:buNone/>
            </a:pPr>
            <a:r>
              <a:rPr lang="en-US"/>
              <a:t>ENDPOINT Equipo</a:t>
            </a:r>
            <a:endParaRPr/>
          </a:p>
        </p:txBody>
      </p:sp>
      <p:grpSp>
        <p:nvGrpSpPr>
          <p:cNvPr id="212" name="Google Shape;212;p21"/>
          <p:cNvGrpSpPr/>
          <p:nvPr/>
        </p:nvGrpSpPr>
        <p:grpSpPr>
          <a:xfrm>
            <a:off x="5248610" y="2043640"/>
            <a:ext cx="7205074" cy="3158332"/>
            <a:chOff x="5779892" y="1185037"/>
            <a:chExt cx="5874979" cy="3158332"/>
          </a:xfrm>
        </p:grpSpPr>
        <p:sp>
          <p:nvSpPr>
            <p:cNvPr id="213" name="Google Shape;213;p21"/>
            <p:cNvSpPr/>
            <p:nvPr/>
          </p:nvSpPr>
          <p:spPr>
            <a:xfrm flipH="1" rot="-5400000">
              <a:off x="5724842" y="1240087"/>
              <a:ext cx="1043400" cy="933300"/>
            </a:xfrm>
            <a:prstGeom prst="parallelogram">
              <a:avLst>
                <a:gd fmla="val 12956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14" name="Google Shape;214;p21"/>
            <p:cNvSpPr txBox="1"/>
            <p:nvPr/>
          </p:nvSpPr>
          <p:spPr>
            <a:xfrm>
              <a:off x="6856510" y="1352275"/>
              <a:ext cx="32607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B5394"/>
                  </a:solidFill>
                  <a:latin typeface="Oswald"/>
                  <a:ea typeface="Oswald"/>
                  <a:cs typeface="Oswald"/>
                  <a:sym typeface="Oswald"/>
                </a:rPr>
                <a:t>Por usuario</a:t>
              </a:r>
              <a:endParaRPr sz="1900">
                <a:solidFill>
                  <a:srgbClr val="0B5394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15" name="Google Shape;215;p21"/>
            <p:cNvSpPr txBox="1"/>
            <p:nvPr/>
          </p:nvSpPr>
          <p:spPr>
            <a:xfrm>
              <a:off x="6845871" y="1753315"/>
              <a:ext cx="4809000" cy="3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1000"/>
                </a:spcBef>
                <a:spcAft>
                  <a:spcPts val="0"/>
                </a:spcAft>
                <a:buSzPts val="1100"/>
                <a:buNone/>
              </a:pPr>
              <a:r>
                <a:rPr lang="en-US" sz="1950">
                  <a:solidFill>
                    <a:schemeClr val="lt1"/>
                  </a:solidFill>
                  <a:highlight>
                    <a:schemeClr val="dk1"/>
                  </a:highlight>
                  <a:latin typeface="Oswald"/>
                  <a:ea typeface="Oswald"/>
                  <a:cs typeface="Oswald"/>
                  <a:sym typeface="Oswald"/>
                </a:rPr>
                <a:t>/usuarios/</a:t>
              </a:r>
              <a:r>
                <a:rPr lang="en-US" sz="1950">
                  <a:solidFill>
                    <a:srgbClr val="00FF00"/>
                  </a:solidFill>
                  <a:highlight>
                    <a:schemeClr val="dk1"/>
                  </a:highlight>
                  <a:latin typeface="Oswald"/>
                  <a:ea typeface="Oswald"/>
                  <a:cs typeface="Oswald"/>
                  <a:sym typeface="Oswald"/>
                </a:rPr>
                <a:t>${id_usuario}</a:t>
              </a:r>
              <a:r>
                <a:rPr lang="en-US" sz="1950">
                  <a:solidFill>
                    <a:schemeClr val="lt1"/>
                  </a:solidFill>
                  <a:highlight>
                    <a:schemeClr val="dk1"/>
                  </a:highlight>
                  <a:latin typeface="Oswald"/>
                  <a:ea typeface="Oswald"/>
                  <a:cs typeface="Oswald"/>
                  <a:sym typeface="Oswald"/>
                </a:rPr>
                <a:t>/equipos</a:t>
              </a:r>
              <a:endParaRPr sz="2300">
                <a:solidFill>
                  <a:schemeClr val="lt1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16" name="Google Shape;216;p21"/>
            <p:cNvSpPr txBox="1"/>
            <p:nvPr/>
          </p:nvSpPr>
          <p:spPr>
            <a:xfrm>
              <a:off x="5876640" y="1383518"/>
              <a:ext cx="7398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00">
                  <a:solidFill>
                    <a:schemeClr val="accent2"/>
                  </a:solidFill>
                  <a:latin typeface="Oswald"/>
                  <a:ea typeface="Oswald"/>
                  <a:cs typeface="Oswald"/>
                  <a:sym typeface="Oswald"/>
                </a:rPr>
                <a:t>01</a:t>
              </a:r>
              <a:endParaRPr sz="39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17" name="Google Shape;217;p21"/>
            <p:cNvSpPr/>
            <p:nvPr/>
          </p:nvSpPr>
          <p:spPr>
            <a:xfrm flipH="1" rot="-5400000">
              <a:off x="5724842" y="2297553"/>
              <a:ext cx="1043400" cy="933300"/>
            </a:xfrm>
            <a:prstGeom prst="parallelogram">
              <a:avLst>
                <a:gd fmla="val 12956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18" name="Google Shape;218;p21"/>
            <p:cNvSpPr txBox="1"/>
            <p:nvPr/>
          </p:nvSpPr>
          <p:spPr>
            <a:xfrm>
              <a:off x="6856510" y="2409741"/>
              <a:ext cx="32607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B5394"/>
                  </a:solidFill>
                  <a:latin typeface="Oswald"/>
                  <a:ea typeface="Oswald"/>
                  <a:cs typeface="Oswald"/>
                  <a:sym typeface="Oswald"/>
                </a:rPr>
                <a:t>Base</a:t>
              </a:r>
              <a:endParaRPr sz="1900">
                <a:solidFill>
                  <a:srgbClr val="0B5394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19" name="Google Shape;219;p21"/>
            <p:cNvSpPr txBox="1"/>
            <p:nvPr/>
          </p:nvSpPr>
          <p:spPr>
            <a:xfrm>
              <a:off x="5876640" y="2448902"/>
              <a:ext cx="7398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00">
                  <a:solidFill>
                    <a:schemeClr val="accent2"/>
                  </a:solidFill>
                  <a:latin typeface="Oswald"/>
                  <a:ea typeface="Oswald"/>
                  <a:cs typeface="Oswald"/>
                  <a:sym typeface="Oswald"/>
                </a:rPr>
                <a:t>02</a:t>
              </a:r>
              <a:endParaRPr sz="39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20" name="Google Shape;220;p21"/>
            <p:cNvSpPr/>
            <p:nvPr/>
          </p:nvSpPr>
          <p:spPr>
            <a:xfrm flipH="1" rot="-5400000">
              <a:off x="5724842" y="3355019"/>
              <a:ext cx="1043400" cy="933300"/>
            </a:xfrm>
            <a:prstGeom prst="parallelogram">
              <a:avLst>
                <a:gd fmla="val 12956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21" name="Google Shape;221;p21"/>
            <p:cNvSpPr txBox="1"/>
            <p:nvPr/>
          </p:nvSpPr>
          <p:spPr>
            <a:xfrm>
              <a:off x="6856510" y="3467207"/>
              <a:ext cx="32607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B5394"/>
                  </a:solidFill>
                  <a:latin typeface="Oswald"/>
                  <a:ea typeface="Oswald"/>
                  <a:cs typeface="Oswald"/>
                  <a:sym typeface="Oswald"/>
                </a:rPr>
                <a:t>Detalle equipo</a:t>
              </a:r>
              <a:endParaRPr sz="1900">
                <a:solidFill>
                  <a:srgbClr val="0B5394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22" name="Google Shape;222;p21"/>
            <p:cNvSpPr txBox="1"/>
            <p:nvPr/>
          </p:nvSpPr>
          <p:spPr>
            <a:xfrm>
              <a:off x="5876640" y="3506368"/>
              <a:ext cx="7398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00">
                  <a:solidFill>
                    <a:schemeClr val="accent2"/>
                  </a:solidFill>
                  <a:latin typeface="Oswald"/>
                  <a:ea typeface="Oswald"/>
                  <a:cs typeface="Oswald"/>
                  <a:sym typeface="Oswald"/>
                </a:rPr>
                <a:t>03</a:t>
              </a:r>
              <a:endParaRPr sz="39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sp>
        <p:nvSpPr>
          <p:cNvPr id="223" name="Google Shape;223;p21"/>
          <p:cNvSpPr txBox="1"/>
          <p:nvPr/>
        </p:nvSpPr>
        <p:spPr>
          <a:xfrm>
            <a:off x="6573680" y="3768105"/>
            <a:ext cx="480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2100">
                <a:solidFill>
                  <a:schemeClr val="lt1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rPr>
              <a:t>/equipos</a:t>
            </a:r>
            <a:endParaRPr sz="2100">
              <a:solidFill>
                <a:srgbClr val="00FF00"/>
              </a:solidFill>
              <a:highlight>
                <a:schemeClr val="dk1"/>
              </a:highlight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6560107" y="4796249"/>
            <a:ext cx="480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2100">
                <a:solidFill>
                  <a:schemeClr val="lt1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rPr>
              <a:t>/equipos/</a:t>
            </a:r>
            <a:r>
              <a:rPr lang="en-US" sz="2100">
                <a:solidFill>
                  <a:srgbClr val="00FF00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rPr>
              <a:t>${id}</a:t>
            </a:r>
            <a:endParaRPr sz="2100">
              <a:solidFill>
                <a:srgbClr val="00FF00"/>
              </a:solidFill>
              <a:highlight>
                <a:schemeClr val="dk1"/>
              </a:highlight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25" name="Google Shape;225;p21" title="equipoas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1800" y="1585175"/>
            <a:ext cx="5475119" cy="315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22"/>
          <p:cNvGrpSpPr/>
          <p:nvPr/>
        </p:nvGrpSpPr>
        <p:grpSpPr>
          <a:xfrm>
            <a:off x="3573978" y="690869"/>
            <a:ext cx="8487624" cy="2255773"/>
            <a:chOff x="120586" y="1486147"/>
            <a:chExt cx="8487624" cy="2255773"/>
          </a:xfrm>
        </p:grpSpPr>
        <p:grpSp>
          <p:nvGrpSpPr>
            <p:cNvPr id="231" name="Google Shape;231;p22"/>
            <p:cNvGrpSpPr/>
            <p:nvPr/>
          </p:nvGrpSpPr>
          <p:grpSpPr>
            <a:xfrm>
              <a:off x="120586" y="1486147"/>
              <a:ext cx="8487624" cy="1862048"/>
              <a:chOff x="-85891" y="903779"/>
              <a:chExt cx="8487624" cy="1862048"/>
            </a:xfrm>
          </p:grpSpPr>
          <p:pic>
            <p:nvPicPr>
              <p:cNvPr id="232" name="Google Shape;232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7330" y="1174076"/>
                <a:ext cx="7651860" cy="13214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3" name="Google Shape;233;p22"/>
              <p:cNvSpPr txBox="1"/>
              <p:nvPr/>
            </p:nvSpPr>
            <p:spPr>
              <a:xfrm>
                <a:off x="-85891" y="903779"/>
                <a:ext cx="8487624" cy="186204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38100" sx="106000" rotWithShape="0" algn="ctr" sy="106000">
                  <a:srgbClr val="000000">
                    <a:alpha val="31764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500">
                    <a:solidFill>
                      <a:srgbClr val="FFCB05"/>
                    </a:solidFill>
                    <a:latin typeface="Luckiest Guy"/>
                    <a:ea typeface="Luckiest Guy"/>
                    <a:cs typeface="Luckiest Guy"/>
                    <a:sym typeface="Luckiest Guy"/>
                  </a:rPr>
                  <a:t>Thank You </a:t>
                </a:r>
                <a:endParaRPr sz="11500">
                  <a:solidFill>
                    <a:srgbClr val="FFCB05"/>
                  </a:solidFill>
                  <a:latin typeface="Luckiest Guy"/>
                  <a:ea typeface="Luckiest Guy"/>
                  <a:cs typeface="Luckiest Guy"/>
                  <a:sym typeface="Luckiest Guy"/>
                </a:endParaRPr>
              </a:p>
            </p:txBody>
          </p:sp>
        </p:grpSp>
        <p:sp>
          <p:nvSpPr>
            <p:cNvPr id="234" name="Google Shape;234;p22"/>
            <p:cNvSpPr txBox="1"/>
            <p:nvPr/>
          </p:nvSpPr>
          <p:spPr>
            <a:xfrm>
              <a:off x="971778" y="3218700"/>
              <a:ext cx="675476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lt1"/>
                  </a:solidFill>
                  <a:latin typeface="Luckiest Guy"/>
                  <a:ea typeface="Luckiest Guy"/>
                  <a:cs typeface="Luckiest Guy"/>
                  <a:sym typeface="Luckiest Guy"/>
                </a:rPr>
                <a:t>for Joining Our Pokémon Journey!</a:t>
              </a:r>
              <a:endParaRPr sz="2800">
                <a:solidFill>
                  <a:schemeClr val="lt1"/>
                </a:solidFill>
                <a:latin typeface="Luckiest Guy"/>
                <a:ea typeface="Luckiest Guy"/>
                <a:cs typeface="Luckiest Guy"/>
                <a:sym typeface="Luckiest Guy"/>
              </a:endParaRPr>
            </a:p>
          </p:txBody>
        </p:sp>
      </p:grpSp>
      <p:pic>
        <p:nvPicPr>
          <p:cNvPr id="235" name="Google Shape;2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7" y="1413363"/>
            <a:ext cx="5106825" cy="5543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kemon">
  <a:themeElements>
    <a:clrScheme name="Custom 19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860AA"/>
      </a:accent1>
      <a:accent2>
        <a:srgbClr val="FFCB05"/>
      </a:accent2>
      <a:accent3>
        <a:srgbClr val="3860AA"/>
      </a:accent3>
      <a:accent4>
        <a:srgbClr val="FFCB05"/>
      </a:accent4>
      <a:accent5>
        <a:srgbClr val="3860AA"/>
      </a:accent5>
      <a:accent6>
        <a:srgbClr val="FFCB0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